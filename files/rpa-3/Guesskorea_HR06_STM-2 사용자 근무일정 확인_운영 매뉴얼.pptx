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7"/>
  </p:notesMasterIdLst>
  <p:sldIdLst>
    <p:sldId id="256" r:id="rId5"/>
    <p:sldId id="258" r:id="rId6"/>
    <p:sldId id="401" r:id="rId7"/>
    <p:sldId id="463" r:id="rId8"/>
    <p:sldId id="462" r:id="rId9"/>
    <p:sldId id="395" r:id="rId10"/>
    <p:sldId id="396" r:id="rId11"/>
    <p:sldId id="397" r:id="rId12"/>
    <p:sldId id="271" r:id="rId13"/>
    <p:sldId id="265" r:id="rId14"/>
    <p:sldId id="398" r:id="rId15"/>
    <p:sldId id="399" r:id="rId16"/>
    <p:sldId id="400" r:id="rId17"/>
    <p:sldId id="518" r:id="rId18"/>
    <p:sldId id="508" r:id="rId19"/>
    <p:sldId id="512" r:id="rId20"/>
    <p:sldId id="515" r:id="rId21"/>
    <p:sldId id="519" r:id="rId22"/>
    <p:sldId id="520" r:id="rId23"/>
    <p:sldId id="521" r:id="rId24"/>
    <p:sldId id="522" r:id="rId25"/>
    <p:sldId id="523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서준영" initials="서" lastIdx="1" clrIdx="0">
    <p:extLst>
      <p:ext uri="{19B8F6BF-5375-455C-9EA6-DF929625EA0E}">
        <p15:presenceInfo xmlns:p15="http://schemas.microsoft.com/office/powerpoint/2012/main" userId="서준영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53" autoAdjust="0"/>
  </p:normalViewPr>
  <p:slideViewPr>
    <p:cSldViewPr snapToGrid="0">
      <p:cViewPr varScale="1">
        <p:scale>
          <a:sx n="106" d="100"/>
          <a:sy n="106" d="100"/>
        </p:scale>
        <p:origin x="17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etae3584@naver.com" userId="66072af3017d291b" providerId="LiveId" clId="{7353A8C0-FA84-4B25-B786-6F08BAD063D9}"/>
    <pc:docChg chg="modSld">
      <pc:chgData name="baetae3584@naver.com" userId="66072af3017d291b" providerId="LiveId" clId="{7353A8C0-FA84-4B25-B786-6F08BAD063D9}" dt="2025-07-21T14:13:04.980" v="3" actId="5793"/>
      <pc:docMkLst>
        <pc:docMk/>
      </pc:docMkLst>
      <pc:sldChg chg="modSp mod">
        <pc:chgData name="baetae3584@naver.com" userId="66072af3017d291b" providerId="LiveId" clId="{7353A8C0-FA84-4B25-B786-6F08BAD063D9}" dt="2025-07-21T14:13:04.980" v="3" actId="5793"/>
        <pc:sldMkLst>
          <pc:docMk/>
          <pc:sldMk cId="3261137175" sldId="398"/>
        </pc:sldMkLst>
        <pc:spChg chg="mod">
          <ac:chgData name="baetae3584@naver.com" userId="66072af3017d291b" providerId="LiveId" clId="{7353A8C0-FA84-4B25-B786-6F08BAD063D9}" dt="2025-07-21T14:13:04.980" v="3" actId="5793"/>
          <ac:spMkLst>
            <pc:docMk/>
            <pc:sldMk cId="3261137175" sldId="398"/>
            <ac:spMk id="17" creationId="{00000000-0000-0000-0000-000000000000}"/>
          </ac:spMkLst>
        </pc:spChg>
      </pc:sldChg>
      <pc:sldChg chg="modSp mod">
        <pc:chgData name="baetae3584@naver.com" userId="66072af3017d291b" providerId="LiveId" clId="{7353A8C0-FA84-4B25-B786-6F08BAD063D9}" dt="2025-07-21T14:12:57.376" v="1" actId="5793"/>
        <pc:sldMkLst>
          <pc:docMk/>
          <pc:sldMk cId="636050176" sldId="462"/>
        </pc:sldMkLst>
        <pc:spChg chg="mod">
          <ac:chgData name="baetae3584@naver.com" userId="66072af3017d291b" providerId="LiveId" clId="{7353A8C0-FA84-4B25-B786-6F08BAD063D9}" dt="2025-07-21T14:12:57.376" v="1" actId="5793"/>
          <ac:spMkLst>
            <pc:docMk/>
            <pc:sldMk cId="636050176" sldId="462"/>
            <ac:spMk id="17" creationId="{00000000-0000-0000-0000-000000000000}"/>
          </ac:spMkLst>
        </pc:spChg>
      </pc:sldChg>
    </pc:docChg>
  </pc:docChgLst>
  <pc:docChgLst>
    <pc:chgData name="배태영" userId="be9a5283-3ed4-4bd6-abd0-dc7f144428ca" providerId="ADAL" clId="{9756ADCE-5A6C-4A95-B449-1F3CDFAF6A4B}"/>
    <pc:docChg chg="undo custSel addSld delSld modSld sldOrd">
      <pc:chgData name="배태영" userId="be9a5283-3ed4-4bd6-abd0-dc7f144428ca" providerId="ADAL" clId="{9756ADCE-5A6C-4A95-B449-1F3CDFAF6A4B}" dt="2023-09-20T11:27:24.388" v="1567" actId="20577"/>
      <pc:docMkLst>
        <pc:docMk/>
      </pc:docMkLst>
      <pc:sldChg chg="modSp mod">
        <pc:chgData name="배태영" userId="be9a5283-3ed4-4bd6-abd0-dc7f144428ca" providerId="ADAL" clId="{9756ADCE-5A6C-4A95-B449-1F3CDFAF6A4B}" dt="2023-09-20T07:37:37.089" v="75"/>
        <pc:sldMkLst>
          <pc:docMk/>
          <pc:sldMk cId="0" sldId="256"/>
        </pc:sldMkLst>
      </pc:sldChg>
      <pc:sldChg chg="modSp mod">
        <pc:chgData name="배태영" userId="be9a5283-3ed4-4bd6-abd0-dc7f144428ca" providerId="ADAL" clId="{9756ADCE-5A6C-4A95-B449-1F3CDFAF6A4B}" dt="2023-09-20T07:37:54.546" v="97"/>
        <pc:sldMkLst>
          <pc:docMk/>
          <pc:sldMk cId="2707042650" sldId="258"/>
        </pc:sldMkLst>
      </pc:sldChg>
      <pc:sldChg chg="modSp mod">
        <pc:chgData name="배태영" userId="be9a5283-3ed4-4bd6-abd0-dc7f144428ca" providerId="ADAL" clId="{9756ADCE-5A6C-4A95-B449-1F3CDFAF6A4B}" dt="2023-09-20T07:45:39.291" v="173" actId="1076"/>
        <pc:sldMkLst>
          <pc:docMk/>
          <pc:sldMk cId="1838767455" sldId="265"/>
        </pc:sldMkLst>
      </pc:sldChg>
      <pc:sldChg chg="modSp mod">
        <pc:chgData name="배태영" userId="be9a5283-3ed4-4bd6-abd0-dc7f144428ca" providerId="ADAL" clId="{9756ADCE-5A6C-4A95-B449-1F3CDFAF6A4B}" dt="2023-09-20T07:45:29.437" v="172" actId="1076"/>
        <pc:sldMkLst>
          <pc:docMk/>
          <pc:sldMk cId="545456909" sldId="271"/>
        </pc:sldMkLst>
      </pc:sldChg>
      <pc:sldChg chg="modSp mod">
        <pc:chgData name="배태영" userId="be9a5283-3ed4-4bd6-abd0-dc7f144428ca" providerId="ADAL" clId="{9756ADCE-5A6C-4A95-B449-1F3CDFAF6A4B}" dt="2023-09-20T07:45:11.292" v="169" actId="1076"/>
        <pc:sldMkLst>
          <pc:docMk/>
          <pc:sldMk cId="2659268105" sldId="395"/>
        </pc:sldMkLst>
      </pc:sldChg>
      <pc:sldChg chg="modSp mod">
        <pc:chgData name="배태영" userId="be9a5283-3ed4-4bd6-abd0-dc7f144428ca" providerId="ADAL" clId="{9756ADCE-5A6C-4A95-B449-1F3CDFAF6A4B}" dt="2023-09-20T07:45:15.403" v="170" actId="1076"/>
        <pc:sldMkLst>
          <pc:docMk/>
          <pc:sldMk cId="1262863477" sldId="396"/>
        </pc:sldMkLst>
      </pc:sldChg>
      <pc:sldChg chg="modSp mod">
        <pc:chgData name="배태영" userId="be9a5283-3ed4-4bd6-abd0-dc7f144428ca" providerId="ADAL" clId="{9756ADCE-5A6C-4A95-B449-1F3CDFAF6A4B}" dt="2023-09-20T07:45:19.985" v="171" actId="1076"/>
        <pc:sldMkLst>
          <pc:docMk/>
          <pc:sldMk cId="4085919920" sldId="397"/>
        </pc:sldMkLst>
      </pc:sldChg>
      <pc:sldChg chg="modSp mod">
        <pc:chgData name="배태영" userId="be9a5283-3ed4-4bd6-abd0-dc7f144428ca" providerId="ADAL" clId="{9756ADCE-5A6C-4A95-B449-1F3CDFAF6A4B}" dt="2023-09-20T07:45:48.234" v="174" actId="1076"/>
        <pc:sldMkLst>
          <pc:docMk/>
          <pc:sldMk cId="3261137175" sldId="398"/>
        </pc:sldMkLst>
      </pc:sldChg>
      <pc:sldChg chg="modSp mod">
        <pc:chgData name="배태영" userId="be9a5283-3ed4-4bd6-abd0-dc7f144428ca" providerId="ADAL" clId="{9756ADCE-5A6C-4A95-B449-1F3CDFAF6A4B}" dt="2023-09-20T07:45:59.052" v="175" actId="1076"/>
        <pc:sldMkLst>
          <pc:docMk/>
          <pc:sldMk cId="2666121743" sldId="399"/>
        </pc:sldMkLst>
      </pc:sldChg>
      <pc:sldChg chg="modSp mod">
        <pc:chgData name="배태영" userId="be9a5283-3ed4-4bd6-abd0-dc7f144428ca" providerId="ADAL" clId="{9756ADCE-5A6C-4A95-B449-1F3CDFAF6A4B}" dt="2023-09-20T07:46:20" v="176" actId="1076"/>
        <pc:sldMkLst>
          <pc:docMk/>
          <pc:sldMk cId="3520270174" sldId="400"/>
        </pc:sldMkLst>
      </pc:sldChg>
      <pc:sldChg chg="modSp mod">
        <pc:chgData name="배태영" userId="be9a5283-3ed4-4bd6-abd0-dc7f144428ca" providerId="ADAL" clId="{9756ADCE-5A6C-4A95-B449-1F3CDFAF6A4B}" dt="2023-09-20T07:45:06.645" v="168" actId="1076"/>
        <pc:sldMkLst>
          <pc:docMk/>
          <pc:sldMk cId="636050176" sldId="462"/>
        </pc:sldMkLst>
      </pc:sldChg>
      <pc:sldChg chg="delSp modSp mod">
        <pc:chgData name="배태영" userId="be9a5283-3ed4-4bd6-abd0-dc7f144428ca" providerId="ADAL" clId="{9756ADCE-5A6C-4A95-B449-1F3CDFAF6A4B}" dt="2023-09-20T07:44:57.458" v="167" actId="1076"/>
        <pc:sldMkLst>
          <pc:docMk/>
          <pc:sldMk cId="2630741377" sldId="463"/>
        </pc:sldMkLst>
      </pc:sldChg>
      <pc:sldChg chg="addSp delSp modSp mod">
        <pc:chgData name="배태영" userId="be9a5283-3ed4-4bd6-abd0-dc7f144428ca" providerId="ADAL" clId="{9756ADCE-5A6C-4A95-B449-1F3CDFAF6A4B}" dt="2023-09-20T07:55:00.008" v="489" actId="20577"/>
        <pc:sldMkLst>
          <pc:docMk/>
          <pc:sldMk cId="2627588227" sldId="508"/>
        </pc:sldMkLst>
      </pc:sldChg>
      <pc:sldChg chg="del">
        <pc:chgData name="배태영" userId="be9a5283-3ed4-4bd6-abd0-dc7f144428ca" providerId="ADAL" clId="{9756ADCE-5A6C-4A95-B449-1F3CDFAF6A4B}" dt="2023-09-20T10:59:15.379" v="1251" actId="47"/>
        <pc:sldMkLst>
          <pc:docMk/>
          <pc:sldMk cId="605759670" sldId="509"/>
        </pc:sldMkLst>
      </pc:sldChg>
      <pc:sldChg chg="del">
        <pc:chgData name="배태영" userId="be9a5283-3ed4-4bd6-abd0-dc7f144428ca" providerId="ADAL" clId="{9756ADCE-5A6C-4A95-B449-1F3CDFAF6A4B}" dt="2023-09-20T10:59:15.379" v="1251" actId="47"/>
        <pc:sldMkLst>
          <pc:docMk/>
          <pc:sldMk cId="4117618955" sldId="510"/>
        </pc:sldMkLst>
      </pc:sldChg>
      <pc:sldChg chg="addSp delSp modSp mod">
        <pc:chgData name="배태영" userId="be9a5283-3ed4-4bd6-abd0-dc7f144428ca" providerId="ADAL" clId="{9756ADCE-5A6C-4A95-B449-1F3CDFAF6A4B}" dt="2023-09-20T10:55:50.764" v="1083"/>
        <pc:sldMkLst>
          <pc:docMk/>
          <pc:sldMk cId="2937425800" sldId="511"/>
        </pc:sldMkLst>
      </pc:sldChg>
      <pc:sldChg chg="addSp delSp modSp mod ord">
        <pc:chgData name="배태영" userId="be9a5283-3ed4-4bd6-abd0-dc7f144428ca" providerId="ADAL" clId="{9756ADCE-5A6C-4A95-B449-1F3CDFAF6A4B}" dt="2023-09-20T11:27:24.388" v="1567" actId="20577"/>
        <pc:sldMkLst>
          <pc:docMk/>
          <pc:sldMk cId="2075888585" sldId="512"/>
        </pc:sldMkLst>
      </pc:sldChg>
      <pc:sldChg chg="addSp delSp modSp mod">
        <pc:chgData name="배태영" userId="be9a5283-3ed4-4bd6-abd0-dc7f144428ca" providerId="ADAL" clId="{9756ADCE-5A6C-4A95-B449-1F3CDFAF6A4B}" dt="2023-09-20T11:01:12.205" v="1272" actId="1076"/>
        <pc:sldMkLst>
          <pc:docMk/>
          <pc:sldMk cId="814605809" sldId="513"/>
        </pc:sldMkLst>
      </pc:sldChg>
      <pc:sldChg chg="del">
        <pc:chgData name="배태영" userId="be9a5283-3ed4-4bd6-abd0-dc7f144428ca" providerId="ADAL" clId="{9756ADCE-5A6C-4A95-B449-1F3CDFAF6A4B}" dt="2023-09-20T11:01:27.086" v="1273" actId="47"/>
        <pc:sldMkLst>
          <pc:docMk/>
          <pc:sldMk cId="1015227296" sldId="514"/>
        </pc:sldMkLst>
      </pc:sldChg>
      <pc:sldChg chg="addSp delSp modSp add del mod">
        <pc:chgData name="배태영" userId="be9a5283-3ed4-4bd6-abd0-dc7f144428ca" providerId="ADAL" clId="{9756ADCE-5A6C-4A95-B449-1F3CDFAF6A4B}" dt="2023-09-20T10:25:01.619" v="668" actId="47"/>
        <pc:sldMkLst>
          <pc:docMk/>
          <pc:sldMk cId="260181027" sldId="515"/>
        </pc:sldMkLst>
      </pc:sldChg>
      <pc:sldChg chg="addSp delSp modSp add mod ord">
        <pc:chgData name="배태영" userId="be9a5283-3ed4-4bd6-abd0-dc7f144428ca" providerId="ADAL" clId="{9756ADCE-5A6C-4A95-B449-1F3CDFAF6A4B}" dt="2023-09-20T10:56:18.473" v="1186" actId="20577"/>
        <pc:sldMkLst>
          <pc:docMk/>
          <pc:sldMk cId="371917597" sldId="515"/>
        </pc:sldMkLst>
      </pc:sldChg>
      <pc:sldChg chg="addSp delSp modSp add mod">
        <pc:chgData name="배태영" userId="be9a5283-3ed4-4bd6-abd0-dc7f144428ca" providerId="ADAL" clId="{9756ADCE-5A6C-4A95-B449-1F3CDFAF6A4B}" dt="2023-09-20T10:58:57.356" v="1250" actId="20577"/>
        <pc:sldMkLst>
          <pc:docMk/>
          <pc:sldMk cId="1183534485" sldId="516"/>
        </pc:sldMkLst>
      </pc:sldChg>
      <pc:sldChg chg="addSp delSp modSp add mod">
        <pc:chgData name="배태영" userId="be9a5283-3ed4-4bd6-abd0-dc7f144428ca" providerId="ADAL" clId="{9756ADCE-5A6C-4A95-B449-1F3CDFAF6A4B}" dt="2023-09-20T11:02:05.395" v="1282" actId="1036"/>
        <pc:sldMkLst>
          <pc:docMk/>
          <pc:sldMk cId="4229418740" sldId="517"/>
        </pc:sldMkLst>
      </pc:sldChg>
    </pc:docChg>
  </pc:docChgLst>
  <pc:docChgLst>
    <pc:chgData name="배태영" userId="be9a5283-3ed4-4bd6-abd0-dc7f144428ca" providerId="ADAL" clId="{7975A27F-39CE-49AB-9536-23B3DA57FA4A}"/>
    <pc:docChg chg="undo custSel addSld delSld modSld sldOrd">
      <pc:chgData name="배태영" userId="be9a5283-3ed4-4bd6-abd0-dc7f144428ca" providerId="ADAL" clId="{7975A27F-39CE-49AB-9536-23B3DA57FA4A}" dt="2023-09-27T05:48:03.224" v="584" actId="20577"/>
      <pc:docMkLst>
        <pc:docMk/>
      </pc:docMkLst>
      <pc:sldChg chg="modSp mod">
        <pc:chgData name="배태영" userId="be9a5283-3ed4-4bd6-abd0-dc7f144428ca" providerId="ADAL" clId="{7975A27F-39CE-49AB-9536-23B3DA57FA4A}" dt="2023-09-27T05:48:03.224" v="584" actId="20577"/>
        <pc:sldMkLst>
          <pc:docMk/>
          <pc:sldMk cId="0" sldId="256"/>
        </pc:sldMkLst>
      </pc:sldChg>
      <pc:sldChg chg="modSp mod">
        <pc:chgData name="배태영" userId="be9a5283-3ed4-4bd6-abd0-dc7f144428ca" providerId="ADAL" clId="{7975A27F-39CE-49AB-9536-23B3DA57FA4A}" dt="2023-09-25T02:16:21.582" v="340" actId="20577"/>
        <pc:sldMkLst>
          <pc:docMk/>
          <pc:sldMk cId="2707042650" sldId="258"/>
        </pc:sldMkLst>
      </pc:sldChg>
      <pc:sldChg chg="addSp delSp modSp">
        <pc:chgData name="배태영" userId="be9a5283-3ed4-4bd6-abd0-dc7f144428ca" providerId="ADAL" clId="{7975A27F-39CE-49AB-9536-23B3DA57FA4A}" dt="2023-09-27T05:33:29.272" v="575" actId="478"/>
        <pc:sldMkLst>
          <pc:docMk/>
          <pc:sldMk cId="2630741377" sldId="463"/>
        </pc:sldMkLst>
      </pc:sldChg>
      <pc:sldChg chg="modSp mod">
        <pc:chgData name="배태영" userId="be9a5283-3ed4-4bd6-abd0-dc7f144428ca" providerId="ADAL" clId="{7975A27F-39CE-49AB-9536-23B3DA57FA4A}" dt="2023-09-22T07:04:14.092" v="315" actId="20577"/>
        <pc:sldMkLst>
          <pc:docMk/>
          <pc:sldMk cId="2627588227" sldId="508"/>
        </pc:sldMkLst>
      </pc:sldChg>
      <pc:sldChg chg="addSp delSp modSp add del mod">
        <pc:chgData name="배태영" userId="be9a5283-3ed4-4bd6-abd0-dc7f144428ca" providerId="ADAL" clId="{7975A27F-39CE-49AB-9536-23B3DA57FA4A}" dt="2023-09-25T04:23:41.798" v="358" actId="47"/>
        <pc:sldMkLst>
          <pc:docMk/>
          <pc:sldMk cId="2937425800" sldId="511"/>
        </pc:sldMkLst>
      </pc:sldChg>
      <pc:sldChg chg="modSp mod">
        <pc:chgData name="배태영" userId="be9a5283-3ed4-4bd6-abd0-dc7f144428ca" providerId="ADAL" clId="{7975A27F-39CE-49AB-9536-23B3DA57FA4A}" dt="2023-09-27T05:42:12.241" v="582" actId="20577"/>
        <pc:sldMkLst>
          <pc:docMk/>
          <pc:sldMk cId="2075888585" sldId="512"/>
        </pc:sldMkLst>
      </pc:sldChg>
      <pc:sldChg chg="modSp add del mod">
        <pc:chgData name="배태영" userId="be9a5283-3ed4-4bd6-abd0-dc7f144428ca" providerId="ADAL" clId="{7975A27F-39CE-49AB-9536-23B3DA57FA4A}" dt="2023-09-25T06:53:22.330" v="366" actId="2696"/>
        <pc:sldMkLst>
          <pc:docMk/>
          <pc:sldMk cId="814605809" sldId="513"/>
        </pc:sldMkLst>
      </pc:sldChg>
      <pc:sldChg chg="addSp delSp modSp mod ord">
        <pc:chgData name="배태영" userId="be9a5283-3ed4-4bd6-abd0-dc7f144428ca" providerId="ADAL" clId="{7975A27F-39CE-49AB-9536-23B3DA57FA4A}" dt="2023-09-25T02:17:16.879" v="357"/>
        <pc:sldMkLst>
          <pc:docMk/>
          <pc:sldMk cId="371917597" sldId="515"/>
        </pc:sldMkLst>
      </pc:sldChg>
      <pc:sldChg chg="modSp del mod">
        <pc:chgData name="배태영" userId="be9a5283-3ed4-4bd6-abd0-dc7f144428ca" providerId="ADAL" clId="{7975A27F-39CE-49AB-9536-23B3DA57FA4A}" dt="2023-09-25T04:23:41.798" v="358" actId="47"/>
        <pc:sldMkLst>
          <pc:docMk/>
          <pc:sldMk cId="1183534485" sldId="516"/>
        </pc:sldMkLst>
      </pc:sldChg>
      <pc:sldChg chg="modSp mod">
        <pc:chgData name="배태영" userId="be9a5283-3ed4-4bd6-abd0-dc7f144428ca" providerId="ADAL" clId="{7975A27F-39CE-49AB-9536-23B3DA57FA4A}" dt="2023-09-27T05:47:48.807" v="583"/>
        <pc:sldMkLst>
          <pc:docMk/>
          <pc:sldMk cId="4229418740" sldId="517"/>
        </pc:sldMkLst>
      </pc:sldChg>
      <pc:sldChg chg="add ord">
        <pc:chgData name="배태영" userId="be9a5283-3ed4-4bd6-abd0-dc7f144428ca" providerId="ADAL" clId="{7975A27F-39CE-49AB-9536-23B3DA57FA4A}" dt="2023-09-22T07:04:10.234" v="313"/>
        <pc:sldMkLst>
          <pc:docMk/>
          <pc:sldMk cId="1436010583" sldId="518"/>
        </pc:sldMkLst>
      </pc:sldChg>
      <pc:sldChg chg="add">
        <pc:chgData name="배태영" userId="be9a5283-3ed4-4bd6-abd0-dc7f144428ca" providerId="ADAL" clId="{7975A27F-39CE-49AB-9536-23B3DA57FA4A}" dt="2023-09-25T02:17:05.474" v="344"/>
        <pc:sldMkLst>
          <pc:docMk/>
          <pc:sldMk cId="2472078298" sldId="519"/>
        </pc:sldMkLst>
      </pc:sldChg>
      <pc:sldChg chg="addSp delSp modSp add mod">
        <pc:chgData name="배태영" userId="be9a5283-3ed4-4bd6-abd0-dc7f144428ca" providerId="ADAL" clId="{7975A27F-39CE-49AB-9536-23B3DA57FA4A}" dt="2023-09-25T07:46:54.393" v="573" actId="22"/>
        <pc:sldMkLst>
          <pc:docMk/>
          <pc:sldMk cId="3133648690" sldId="520"/>
        </pc:sldMkLst>
      </pc:sldChg>
      <pc:sldChg chg="add del">
        <pc:chgData name="배태영" userId="be9a5283-3ed4-4bd6-abd0-dc7f144428ca" providerId="ADAL" clId="{7975A27F-39CE-49AB-9536-23B3DA57FA4A}" dt="2023-09-27T05:33:42.100" v="576" actId="47"/>
        <pc:sldMkLst>
          <pc:docMk/>
          <pc:sldMk cId="784883257" sldId="52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269ECB-9F18-4B2A-8C79-19B847B2B221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BDE666-4862-4A76-AB69-BD25FC8A3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646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FB921B9-838A-44D3-89D5-5DB0505CE71D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E666-4862-4A76-AB69-BD25FC8A335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162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165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710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80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460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027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684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9380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813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953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841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092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표지 2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4505532" y="6633127"/>
            <a:ext cx="282819" cy="144247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lnSpc>
                <a:spcPts val="1041"/>
              </a:lnSpc>
              <a:defRPr sz="923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fld id="{7F73DEC5-E5E5-40D3-8806-2E9D3C061194}" type="slidenum">
              <a:rPr lang="en-US" smtClean="0">
                <a:cs typeface="Arial" charset="0"/>
              </a:rPr>
              <a:pPr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8703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17692" y="753383"/>
            <a:ext cx="8474788" cy="1019435"/>
          </a:xfrm>
          <a:prstGeom prst="rect">
            <a:avLst/>
          </a:prstGeom>
        </p:spPr>
        <p:txBody>
          <a:bodyPr lIns="0" rIns="0" anchor="t" anchorCtr="0">
            <a:normAutofit/>
          </a:bodyPr>
          <a:lstStyle>
            <a:lvl1pPr marL="0" indent="0">
              <a:lnSpc>
                <a:spcPct val="110000"/>
              </a:lnSpc>
              <a:spcAft>
                <a:spcPts val="3877"/>
              </a:spcAft>
              <a:buNone/>
              <a:defRPr sz="1846" b="1">
                <a:solidFill>
                  <a:srgbClr val="595959"/>
                </a:solidFill>
                <a:latin typeface="나눔고딕 (제목)"/>
                <a:ea typeface="+mj-ea"/>
              </a:defRPr>
            </a:lvl1pPr>
            <a:lvl2pPr marL="422029" indent="0">
              <a:buNone/>
              <a:defRPr sz="1662">
                <a:solidFill>
                  <a:schemeClr val="tx1">
                    <a:tint val="75000"/>
                  </a:schemeClr>
                </a:solidFill>
              </a:defRPr>
            </a:lvl2pPr>
            <a:lvl3pPr marL="844060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3pPr>
            <a:lvl4pPr marL="1266089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4pPr>
            <a:lvl5pPr marL="1688117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5pPr>
            <a:lvl6pPr marL="2110148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6pPr>
            <a:lvl7pPr marL="2532177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7pPr>
            <a:lvl8pPr marL="2954207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8pPr>
            <a:lvl9pPr marL="3376236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1645" y="80626"/>
            <a:ext cx="8175380" cy="469925"/>
          </a:xfrm>
        </p:spPr>
        <p:txBody>
          <a:bodyPr lIns="0" anchor="ctr" anchorCtr="0">
            <a:normAutofit/>
          </a:bodyPr>
          <a:lstStyle>
            <a:lvl1pPr algn="l">
              <a:lnSpc>
                <a:spcPct val="130000"/>
              </a:lnSpc>
              <a:defRPr sz="2031" b="1" cap="none">
                <a:solidFill>
                  <a:srgbClr val="039BE7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2" name="Line 115"/>
          <p:cNvSpPr>
            <a:spLocks noChangeShapeType="1"/>
          </p:cNvSpPr>
          <p:nvPr/>
        </p:nvSpPr>
        <p:spPr bwMode="auto">
          <a:xfrm flipH="1">
            <a:off x="0" y="656692"/>
            <a:ext cx="9144000" cy="0"/>
          </a:xfrm>
          <a:prstGeom prst="line">
            <a:avLst/>
          </a:prstGeom>
          <a:ln w="38100">
            <a:solidFill>
              <a:srgbClr val="1F497D"/>
            </a:solidFill>
            <a:headEnd/>
            <a:tailE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lIns="84404" tIns="42202" rIns="84404" bIns="42202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662">
              <a:solidFill>
                <a:prstClr val="black"/>
              </a:solidFill>
            </a:endParaRPr>
          </a:p>
        </p:txBody>
      </p:sp>
      <p:sp>
        <p:nvSpPr>
          <p:cNvPr id="7" name="Slide Number Placeholder 9"/>
          <p:cNvSpPr txBox="1">
            <a:spLocks/>
          </p:cNvSpPr>
          <p:nvPr userDrawn="1"/>
        </p:nvSpPr>
        <p:spPr>
          <a:xfrm>
            <a:off x="4505532" y="6633127"/>
            <a:ext cx="282819" cy="144247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375" rtl="0" eaLnBrk="1" latinLnBrk="1" hangingPunct="1">
              <a:lnSpc>
                <a:spcPts val="1128"/>
              </a:lnSpc>
              <a:defRPr sz="1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187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5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2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48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36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23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11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98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fld id="{7F73DEC5-E5E5-40D3-8806-2E9D3C061194}" type="slidenum">
              <a:rPr lang="en-US" sz="923" smtClean="0">
                <a:cs typeface="Arial" charset="0"/>
              </a:rPr>
              <a:pPr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923">
              <a:cs typeface="Arial" charset="0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6233724" y="205403"/>
            <a:ext cx="2558585" cy="276999"/>
          </a:xfrm>
          <a:prstGeom prst="rect">
            <a:avLst/>
          </a:prstGeom>
        </p:spPr>
        <p:txBody>
          <a:bodyPr anchor="ctr"/>
          <a:lstStyle>
            <a:lvl1pPr algn="r">
              <a:defRPr sz="1662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871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89772-25E1-4F61-AE96-BE9C72131A0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365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asia.flow.microsoft.com/ko-kr/" TargetMode="Externa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test1@g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44"/>
          <p:cNvSpPr txBox="1">
            <a:spLocks noChangeArrowheads="1"/>
          </p:cNvSpPr>
          <p:nvPr/>
        </p:nvSpPr>
        <p:spPr>
          <a:xfrm>
            <a:off x="511372" y="2533072"/>
            <a:ext cx="8632628" cy="59407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>
            <a:lvl1pPr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algn="ctr" defTabSz="844083" latinLnBrk="0">
              <a:lnSpc>
                <a:spcPct val="150000"/>
              </a:lnSpc>
              <a:spcBef>
                <a:spcPts val="554"/>
              </a:spcBef>
              <a:spcAft>
                <a:spcPct val="0"/>
              </a:spcAft>
              <a:defRPr/>
            </a:pPr>
            <a:r>
              <a:rPr lang="ko-KR" altLang="en-US" sz="2954" b="1" kern="800" spc="-138" dirty="0">
                <a:solidFill>
                  <a:srgbClr val="FFFFFF"/>
                </a:solidFill>
                <a:cs typeface="Arial"/>
              </a:rPr>
              <a:t>프로세스 정의서</a:t>
            </a:r>
            <a:endParaRPr lang="en-US" altLang="ko-KR" sz="2954" b="1" kern="800" spc="-138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2" name="Text Box 44"/>
          <p:cNvSpPr txBox="1">
            <a:spLocks noChangeArrowheads="1"/>
          </p:cNvSpPr>
          <p:nvPr/>
        </p:nvSpPr>
        <p:spPr>
          <a:xfrm>
            <a:off x="503050" y="3246593"/>
            <a:ext cx="8632628" cy="44544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>
            <a:lvl1pPr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algn="ctr" defTabSz="844083" latinLnBrk="0">
              <a:lnSpc>
                <a:spcPct val="150000"/>
              </a:lnSpc>
              <a:spcBef>
                <a:spcPts val="554"/>
              </a:spcBef>
              <a:spcAft>
                <a:spcPct val="0"/>
              </a:spcAft>
              <a:defRPr/>
            </a:pPr>
            <a:r>
              <a:rPr lang="en-US" altLang="ko-KR" sz="2215" b="1" kern="800" spc="-138" dirty="0">
                <a:solidFill>
                  <a:srgbClr val="FFFFFF"/>
                </a:solidFill>
                <a:cs typeface="Arial"/>
              </a:rPr>
              <a:t>SAP </a:t>
            </a:r>
            <a:r>
              <a:rPr lang="ko-KR" altLang="en-US" sz="2215" b="1" kern="800" spc="-138" dirty="0">
                <a:solidFill>
                  <a:srgbClr val="FFFFFF"/>
                </a:solidFill>
                <a:cs typeface="Arial"/>
              </a:rPr>
              <a:t>업체등록 자동화</a:t>
            </a:r>
            <a:endParaRPr lang="en-US" altLang="ko-KR" sz="2215" b="1" kern="800" spc="-138" dirty="0">
              <a:solidFill>
                <a:srgbClr val="FFFFFF"/>
              </a:solidFill>
              <a:cs typeface="Arial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197522" y="711630"/>
            <a:ext cx="1542687" cy="742052"/>
          </a:xfrm>
          <a:prstGeom prst="rect">
            <a:avLst/>
          </a:prstGeom>
        </p:spPr>
      </p:pic>
      <p:grpSp>
        <p:nvGrpSpPr>
          <p:cNvPr id="25" name="그룹 24"/>
          <p:cNvGrpSpPr/>
          <p:nvPr/>
        </p:nvGrpSpPr>
        <p:grpSpPr>
          <a:xfrm>
            <a:off x="1" y="2305192"/>
            <a:ext cx="9135678" cy="2253780"/>
            <a:chOff x="1" y="1804416"/>
            <a:chExt cx="9911430" cy="2749702"/>
          </a:xfrm>
        </p:grpSpPr>
        <p:sp>
          <p:nvSpPr>
            <p:cNvPr id="26" name="직사각형 25"/>
            <p:cNvSpPr/>
            <p:nvPr/>
          </p:nvSpPr>
          <p:spPr bwMode="ltGray">
            <a:xfrm>
              <a:off x="549296" y="1804416"/>
              <a:ext cx="9362135" cy="22093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844083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662" kern="0" dirty="0">
                <a:solidFill>
                  <a:prstClr val="white"/>
                </a:solidFill>
                <a:latin typeface="맑은 고딕"/>
                <a:ea typeface="맑은 고딕"/>
                <a:cs typeface="Arial"/>
              </a:endParaRPr>
            </a:p>
          </p:txBody>
        </p:sp>
        <p:sp>
          <p:nvSpPr>
            <p:cNvPr id="27" name="직사각형 26"/>
            <p:cNvSpPr/>
            <p:nvPr/>
          </p:nvSpPr>
          <p:spPr bwMode="ltGray">
            <a:xfrm>
              <a:off x="543865" y="4055792"/>
              <a:ext cx="9362135" cy="498325"/>
            </a:xfrm>
            <a:prstGeom prst="rect">
              <a:avLst/>
            </a:prstGeom>
            <a:solidFill>
              <a:schemeClr val="bg1">
                <a:lumMod val="85000"/>
                <a:alpha val="98040"/>
              </a:schemeClr>
            </a:solidFill>
            <a:ln>
              <a:noFill/>
            </a:ln>
            <a:effectLst/>
          </p:spPr>
          <p:txBody>
            <a:bodyPr wrap="none" lIns="90218" tIns="45109" rIns="90218" bIns="45109" anchor="ctr"/>
            <a:lstStyle/>
            <a:p>
              <a:pPr defTabSz="90224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831" kern="0" dirty="0">
                <a:solidFill>
                  <a:srgbClr val="000000"/>
                </a:solidFill>
                <a:latin typeface="맑은 고딕"/>
                <a:ea typeface="맑은 고딕"/>
                <a:cs typeface="Arial"/>
              </a:endParaRPr>
            </a:p>
          </p:txBody>
        </p:sp>
        <p:sp>
          <p:nvSpPr>
            <p:cNvPr id="28" name="직사각형 27"/>
            <p:cNvSpPr/>
            <p:nvPr/>
          </p:nvSpPr>
          <p:spPr bwMode="ltGray">
            <a:xfrm>
              <a:off x="1" y="1804416"/>
              <a:ext cx="497932" cy="2209360"/>
            </a:xfrm>
            <a:prstGeom prst="rect">
              <a:avLst/>
            </a:prstGeom>
            <a:solidFill>
              <a:schemeClr val="bg1">
                <a:lumMod val="85000"/>
                <a:alpha val="98040"/>
              </a:schemeClr>
            </a:solidFill>
            <a:ln>
              <a:noFill/>
            </a:ln>
            <a:effectLst/>
          </p:spPr>
          <p:txBody>
            <a:bodyPr wrap="none" lIns="90218" tIns="45109" rIns="90218" bIns="45109" anchor="ctr"/>
            <a:lstStyle/>
            <a:p>
              <a:pPr defTabSz="90224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831" kern="0" dirty="0">
                <a:solidFill>
                  <a:srgbClr val="000000"/>
                </a:solidFill>
                <a:latin typeface="맑은 고딕"/>
                <a:ea typeface="맑은 고딕"/>
                <a:cs typeface="Arial"/>
              </a:endParaRPr>
            </a:p>
          </p:txBody>
        </p:sp>
        <p:sp>
          <p:nvSpPr>
            <p:cNvPr id="29" name="직사각형 28"/>
            <p:cNvSpPr/>
            <p:nvPr/>
          </p:nvSpPr>
          <p:spPr bwMode="ltGray">
            <a:xfrm>
              <a:off x="2" y="4055792"/>
              <a:ext cx="497931" cy="498326"/>
            </a:xfrm>
            <a:prstGeom prst="rect">
              <a:avLst/>
            </a:prstGeom>
            <a:solidFill>
              <a:srgbClr val="FF0000"/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844083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662" kern="0" dirty="0">
                <a:solidFill>
                  <a:prstClr val="white"/>
                </a:solidFill>
                <a:latin typeface="맑은 고딕"/>
                <a:ea typeface="맑은 고딕"/>
                <a:cs typeface="Arial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789144" y="2603724"/>
            <a:ext cx="7565711" cy="1285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585" dirty="0">
                <a:latin typeface="HY헤드라인M"/>
                <a:ea typeface="HY헤드라인M"/>
              </a:rPr>
              <a:t>GUESS</a:t>
            </a:r>
            <a:r>
              <a:rPr lang="ko-KR" altLang="en-US" sz="2585" dirty="0">
                <a:latin typeface="HY헤드라인M"/>
                <a:ea typeface="HY헤드라인M"/>
              </a:rPr>
              <a:t> </a:t>
            </a:r>
            <a:r>
              <a:rPr lang="en-US" altLang="ko-KR" sz="2585" dirty="0">
                <a:latin typeface="HY헤드라인M"/>
                <a:ea typeface="HY헤드라인M"/>
              </a:rPr>
              <a:t>RPA</a:t>
            </a:r>
            <a:r>
              <a:rPr lang="ko-KR" altLang="en-US" sz="2585" dirty="0">
                <a:latin typeface="HY헤드라인M"/>
                <a:ea typeface="HY헤드라인M"/>
              </a:rPr>
              <a:t> 시스템 구축</a:t>
            </a:r>
            <a:endParaRPr lang="en-US" altLang="ko-KR" sz="2585" dirty="0">
              <a:latin typeface="HY헤드라인M"/>
              <a:ea typeface="HY헤드라인M"/>
            </a:endParaRPr>
          </a:p>
          <a:p>
            <a:pPr algn="ctr">
              <a:defRPr/>
            </a:pPr>
            <a:endParaRPr lang="en-US" altLang="ko-KR" sz="2585" dirty="0">
              <a:latin typeface="HY헤드라인M"/>
              <a:ea typeface="HY헤드라인M"/>
            </a:endParaRPr>
          </a:p>
          <a:p>
            <a:pPr algn="ctr">
              <a:defRPr/>
            </a:pPr>
            <a:r>
              <a:rPr lang="en-US" altLang="ko-KR" sz="2585">
                <a:latin typeface="HY헤드라인M"/>
                <a:ea typeface="HY헤드라인M"/>
              </a:rPr>
              <a:t>HR06_STM-2 </a:t>
            </a:r>
            <a:r>
              <a:rPr lang="ko-KR" altLang="en-US" sz="2585" dirty="0">
                <a:latin typeface="HY헤드라인M"/>
                <a:ea typeface="HY헤드라인M"/>
              </a:rPr>
              <a:t>사용자 근무일정 확인 운영 매뉴얼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9856" y="4166553"/>
            <a:ext cx="1444285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846">
                <a:latin typeface="HY헤드라인M"/>
                <a:ea typeface="HY헤드라인M"/>
              </a:rPr>
              <a:t>2023.09.20</a:t>
            </a:r>
            <a:endParaRPr lang="en-US" altLang="ko-KR" sz="1846" dirty="0">
              <a:latin typeface="HY헤드라인M"/>
              <a:ea typeface="HY헤드라인M"/>
            </a:endParaRPr>
          </a:p>
        </p:txBody>
      </p:sp>
      <p:pic>
        <p:nvPicPr>
          <p:cNvPr id="1026" name="Picture 2" descr="GUESS - 홈 | Facebook">
            <a:extLst>
              <a:ext uri="{FF2B5EF4-FFF2-40B4-BE49-F238E27FC236}">
                <a16:creationId xmlns:a16="http://schemas.microsoft.com/office/drawing/2014/main" id="{79D0BB68-9EA4-89CE-0D1A-4CFD3300A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8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298" y="360602"/>
            <a:ext cx="1455599" cy="1455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60;p2"/>
          <p:cNvSpPr txBox="1">
            <a:spLocks noGrp="1"/>
          </p:cNvSpPr>
          <p:nvPr>
            <p:ph type="title"/>
          </p:nvPr>
        </p:nvSpPr>
        <p:spPr>
          <a:xfrm>
            <a:off x="121192" y="163209"/>
            <a:ext cx="3924151" cy="44324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4392" tIns="42185" rIns="84392" bIns="42185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rgbClr val="3F3F3F"/>
              </a:buClr>
              <a:buSzPts val="2800"/>
            </a:pPr>
            <a:r>
              <a:rPr lang="ko-KR" altLang="en-US" sz="2585" dirty="0">
                <a:solidFill>
                  <a:schemeClr val="tx1"/>
                </a:solidFill>
              </a:rPr>
              <a:t>개정 이력</a:t>
            </a:r>
          </a:p>
        </p:txBody>
      </p:sp>
      <p:graphicFrame>
        <p:nvGraphicFramePr>
          <p:cNvPr id="77" name="Google Shape;61;p2"/>
          <p:cNvGraphicFramePr/>
          <p:nvPr>
            <p:extLst>
              <p:ext uri="{D42A27DB-BD31-4B8C-83A1-F6EECF244321}">
                <p14:modId xmlns:p14="http://schemas.microsoft.com/office/powerpoint/2010/main" val="3498469602"/>
              </p:ext>
            </p:extLst>
          </p:nvPr>
        </p:nvGraphicFramePr>
        <p:xfrm>
          <a:off x="650632" y="1302726"/>
          <a:ext cx="7710392" cy="456092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7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0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09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38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3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515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1" i="0" u="none" strike="noStrike" cap="none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1300" u="none" strike="noStrike" cap="none" dirty="0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버전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변경일자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변경 내용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승인자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1.0</a:t>
                      </a:r>
                      <a:endParaRPr sz="1000" u="none" strike="noStrike" cap="none" dirty="0"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20</a:t>
                      </a: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23</a:t>
                      </a:r>
                      <a:r>
                        <a:rPr 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-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09</a:t>
                      </a:r>
                      <a:r>
                        <a:rPr 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-</a:t>
                      </a: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20</a:t>
                      </a:r>
                      <a:endParaRPr sz="1000" u="none" strike="noStrike" cap="none" dirty="0"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최초</a:t>
                      </a: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작성</a:t>
                      </a:r>
                      <a:endParaRPr sz="1000" u="none" strike="noStrike" cap="none" dirty="0"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latin typeface="+mn-ea"/>
                          <a:ea typeface="+mn-ea"/>
                        </a:rPr>
                        <a:t>배태영</a:t>
                      </a:r>
                      <a:endParaRPr sz="1000" u="none" strike="noStrike" cap="none" dirty="0"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서범서</a:t>
                      </a:r>
                      <a:endParaRPr sz="1000" u="none" strike="noStrike" cap="none" dirty="0"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 dirty="0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 dirty="0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7042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60;p2"/>
          <p:cNvSpPr txBox="1">
            <a:spLocks noGrp="1"/>
          </p:cNvSpPr>
          <p:nvPr>
            <p:ph type="title"/>
          </p:nvPr>
        </p:nvSpPr>
        <p:spPr>
          <a:xfrm>
            <a:off x="121192" y="163209"/>
            <a:ext cx="3924151" cy="44324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4392" tIns="42185" rIns="84392" bIns="42185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rgbClr val="3F3F3F"/>
              </a:buClr>
              <a:buSzPts val="2800"/>
            </a:pPr>
            <a:r>
              <a:rPr lang="ko-KR" altLang="en-US" sz="2585" dirty="0">
                <a:solidFill>
                  <a:schemeClr val="tx1"/>
                </a:solidFill>
              </a:rPr>
              <a:t>목 차</a:t>
            </a:r>
            <a:endParaRPr sz="2585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5AB43F-BBA4-4528-ACFA-FBA27737918A}"/>
              </a:ext>
            </a:extLst>
          </p:cNvPr>
          <p:cNvSpPr txBox="1"/>
          <p:nvPr/>
        </p:nvSpPr>
        <p:spPr>
          <a:xfrm>
            <a:off x="533804" y="934896"/>
            <a:ext cx="3098925" cy="3976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+mn-ea"/>
              </a:rPr>
              <a:t>스케줄 설정 및 수정</a:t>
            </a:r>
            <a:endParaRPr lang="en-US" altLang="ko-KR" sz="2400" b="1" dirty="0">
              <a:latin typeface="+mn-ea"/>
            </a:endParaRPr>
          </a:p>
          <a:p>
            <a:pPr marL="342900" indent="-34290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+mn-ea"/>
              </a:rPr>
              <a:t>수동 실행</a:t>
            </a:r>
            <a:endParaRPr lang="en-US" altLang="ko-KR" sz="2400" b="1" dirty="0">
              <a:latin typeface="+mn-ea"/>
            </a:endParaRPr>
          </a:p>
          <a:p>
            <a:pPr marL="342900" indent="-34290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+mn-ea"/>
              </a:rPr>
              <a:t>프로세스 모니터링</a:t>
            </a:r>
            <a:endParaRPr lang="en-US" altLang="ko-KR" sz="2400" b="1" dirty="0">
              <a:latin typeface="+mn-ea"/>
            </a:endParaRPr>
          </a:p>
          <a:p>
            <a:pPr marL="342900" indent="-34290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+mn-ea"/>
              </a:rPr>
              <a:t>메일 수신인 변경</a:t>
            </a:r>
            <a:endParaRPr lang="en-US" altLang="ko-KR" sz="2400" b="1" dirty="0">
              <a:latin typeface="+mn-ea"/>
            </a:endParaRPr>
          </a:p>
          <a:p>
            <a:pPr marL="342900" indent="-34290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+mn-ea"/>
              </a:rPr>
              <a:t>과제별 주의사항</a:t>
            </a:r>
            <a:endParaRPr lang="en-US" altLang="ko-KR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84440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스케줄 설정 및 수정 </a:t>
            </a:r>
            <a:r>
              <a:rPr lang="en-US" altLang="ko-KR" dirty="0">
                <a:solidFill>
                  <a:schemeClr val="tx1"/>
                </a:solidFill>
              </a:rPr>
              <a:t>(1/6)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: </a:t>
            </a:r>
            <a:r>
              <a:rPr lang="ko-KR" altLang="en-US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현재 </a:t>
            </a:r>
            <a:r>
              <a:rPr lang="en-US" altLang="ko-KR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RPA </a:t>
            </a:r>
            <a:r>
              <a:rPr lang="ko-KR" altLang="en-US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스케줄 </a:t>
            </a:r>
            <a:endParaRPr lang="en-US" altLang="ko-KR" sz="1292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2" name="Google Shape;97;p5"/>
          <p:cNvSpPr/>
          <p:nvPr/>
        </p:nvSpPr>
        <p:spPr>
          <a:xfrm>
            <a:off x="5612082" y="1160355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08;p5">
            <a:extLst>
              <a:ext uri="{FF2B5EF4-FFF2-40B4-BE49-F238E27FC236}">
                <a16:creationId xmlns:a16="http://schemas.microsoft.com/office/drawing/2014/main" id="{5B1724B9-F25A-4910-B89E-D38831741E03}"/>
              </a:ext>
            </a:extLst>
          </p:cNvPr>
          <p:cNvSpPr/>
          <p:nvPr/>
        </p:nvSpPr>
        <p:spPr>
          <a:xfrm>
            <a:off x="5612177" y="2531670"/>
            <a:ext cx="3121016" cy="1619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en-US" altLang="ko-KR" sz="110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GuessKorea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HR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RPA 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스케줄 표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630"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월 마감 보고 메일 로직은 </a:t>
            </a:r>
            <a:r>
              <a:rPr lang="en-US" altLang="ko-KR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‘</a:t>
            </a:r>
            <a:r>
              <a:rPr lang="ko-KR" altLang="en-US" sz="1108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시프티</a:t>
            </a:r>
            <a:r>
              <a:rPr lang="ko-KR" altLang="en-US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월 마감 메일 발송</a:t>
            </a:r>
            <a:r>
              <a:rPr lang="en-US" altLang="ko-KR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’ </a:t>
            </a:r>
            <a:r>
              <a:rPr lang="ko-KR" altLang="en-US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흐름에 포함</a:t>
            </a:r>
            <a:endParaRPr lang="en-US" altLang="ko-KR" sz="1108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주 마감 보고 메일 로직은 </a:t>
            </a:r>
            <a:r>
              <a:rPr lang="en-US" altLang="ko-KR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‘</a:t>
            </a:r>
            <a:r>
              <a:rPr lang="ko-KR" altLang="en-US" sz="1108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조퇴자</a:t>
            </a:r>
            <a:r>
              <a:rPr lang="ko-KR" altLang="en-US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및 근무일정 오류 확인</a:t>
            </a:r>
            <a:r>
              <a:rPr lang="en-US" altLang="ko-KR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’ </a:t>
            </a:r>
            <a:r>
              <a:rPr lang="ko-KR" altLang="en-US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흐름 마지막에 포함</a:t>
            </a:r>
            <a:endParaRPr lang="en-US" altLang="ko-KR" sz="1108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그림 1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BBCDABF6-E448-EDB7-7FCD-720ADE2CC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47" y="2762257"/>
            <a:ext cx="4715533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741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스케줄 설정 및 수정 </a:t>
            </a:r>
            <a:r>
              <a:rPr lang="en-US" altLang="ko-KR" dirty="0">
                <a:solidFill>
                  <a:schemeClr val="tx1"/>
                </a:solidFill>
              </a:rPr>
              <a:t>(2/6)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0265" y="1160355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596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10630"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로그인 후 내 흐름 클릭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33FE85A-09FA-4947-A38B-D48D20DE5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58" y="1915626"/>
            <a:ext cx="4771759" cy="3634121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6F31E397-6CBA-4F9B-B6FD-4D8354F9C500}"/>
              </a:ext>
            </a:extLst>
          </p:cNvPr>
          <p:cNvSpPr/>
          <p:nvPr/>
        </p:nvSpPr>
        <p:spPr>
          <a:xfrm>
            <a:off x="733658" y="2825714"/>
            <a:ext cx="1060636" cy="21078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8346405-BEAD-4073-A6A8-17F98841D7D4}"/>
              </a:ext>
            </a:extLst>
          </p:cNvPr>
          <p:cNvSpPr/>
          <p:nvPr/>
        </p:nvSpPr>
        <p:spPr>
          <a:xfrm>
            <a:off x="1794294" y="2688834"/>
            <a:ext cx="247124" cy="20457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200" b="1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6050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스케줄 설정 및 수정 </a:t>
            </a:r>
            <a:r>
              <a:rPr lang="en-US" altLang="ko-KR" dirty="0">
                <a:solidFill>
                  <a:schemeClr val="tx1"/>
                </a:solidFill>
              </a:rPr>
              <a:t>(3/6)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60355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1364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스케줄 수정하려는 프로세스 클릭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보통 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flows(</a:t>
            </a:r>
            <a:r>
              <a:rPr lang="ko-KR" altLang="en-US" sz="110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클라우드흐름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탭에 있지만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흐름을 공유했다면 </a:t>
            </a:r>
            <a:b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With Me(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공유한 항목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탭에서</a:t>
            </a:r>
            <a:b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조회가 가능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2A03019-19A0-BDA2-3B1C-606DEE99E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06" y="2218345"/>
            <a:ext cx="4828771" cy="2897641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6B7AE7E9-AE27-4678-A8E6-BE6F5475AE21}"/>
              </a:ext>
            </a:extLst>
          </p:cNvPr>
          <p:cNvSpPr/>
          <p:nvPr/>
        </p:nvSpPr>
        <p:spPr>
          <a:xfrm>
            <a:off x="677081" y="3078112"/>
            <a:ext cx="2367959" cy="30394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3D86147-C51F-47B1-A5F3-C145516473AB}"/>
              </a:ext>
            </a:extLst>
          </p:cNvPr>
          <p:cNvSpPr/>
          <p:nvPr/>
        </p:nvSpPr>
        <p:spPr>
          <a:xfrm>
            <a:off x="455262" y="2950594"/>
            <a:ext cx="175407" cy="20176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200" b="1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9268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스케줄 설정 및 수정 </a:t>
            </a:r>
            <a:r>
              <a:rPr lang="en-US" altLang="ko-KR" dirty="0">
                <a:solidFill>
                  <a:schemeClr val="tx1"/>
                </a:solidFill>
              </a:rPr>
              <a:t>(4/6)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69057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34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편집을 눌러 수정 페이지로 이동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824D61-3AE0-60CC-0B64-9A23094ED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67" y="2661110"/>
            <a:ext cx="4773094" cy="658434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307E82BF-96DB-4997-BE7F-18E8BBB534C3}"/>
              </a:ext>
            </a:extLst>
          </p:cNvPr>
          <p:cNvSpPr/>
          <p:nvPr/>
        </p:nvSpPr>
        <p:spPr>
          <a:xfrm>
            <a:off x="558263" y="2657436"/>
            <a:ext cx="318293" cy="25628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A4D92DB-FE11-4444-A65D-1722E7DF557F}"/>
              </a:ext>
            </a:extLst>
          </p:cNvPr>
          <p:cNvSpPr/>
          <p:nvPr/>
        </p:nvSpPr>
        <p:spPr>
          <a:xfrm>
            <a:off x="414327" y="2513415"/>
            <a:ext cx="141522" cy="14218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200" b="1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2863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528918D8-EB91-EDAB-DA98-11C115A18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098" y="4065692"/>
            <a:ext cx="2925763" cy="173521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8DB6114-AAE7-6668-373B-747B04F39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389" y="2653634"/>
            <a:ext cx="3017731" cy="111675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F724DAB-54C3-700D-3E6E-BD73625C6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913" y="1822880"/>
            <a:ext cx="3510134" cy="638720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스케줄 설정 및 수정 </a:t>
            </a:r>
            <a:r>
              <a:rPr lang="en-US" altLang="ko-KR" dirty="0">
                <a:solidFill>
                  <a:schemeClr val="tx1"/>
                </a:solidFill>
              </a:rPr>
              <a:t>(5/6)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60355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1875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4, 5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번을 순서대로 클릭하여 고급 옵션 표시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은 스케줄 수행 주기 설정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일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개월 등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은 스케줄 수행 시작 시간 설정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복수 선택 가능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EF2E00A-988E-422C-A6C7-BACD7B193F60}"/>
              </a:ext>
            </a:extLst>
          </p:cNvPr>
          <p:cNvSpPr/>
          <p:nvPr/>
        </p:nvSpPr>
        <p:spPr>
          <a:xfrm>
            <a:off x="2089477" y="2173762"/>
            <a:ext cx="188147" cy="16779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ADA3A3-14F7-4576-ABED-5D71B9E0DCC0}"/>
              </a:ext>
            </a:extLst>
          </p:cNvPr>
          <p:cNvSpPr/>
          <p:nvPr/>
        </p:nvSpPr>
        <p:spPr>
          <a:xfrm>
            <a:off x="1439416" y="3535126"/>
            <a:ext cx="589409" cy="16779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909C253-12AC-4392-B805-1CE7800376B5}"/>
              </a:ext>
            </a:extLst>
          </p:cNvPr>
          <p:cNvSpPr/>
          <p:nvPr/>
        </p:nvSpPr>
        <p:spPr>
          <a:xfrm>
            <a:off x="2197836" y="4954824"/>
            <a:ext cx="2129689" cy="14518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33C96A8-F613-46AF-8E5B-F203DF438FF2}"/>
              </a:ext>
            </a:extLst>
          </p:cNvPr>
          <p:cNvSpPr/>
          <p:nvPr/>
        </p:nvSpPr>
        <p:spPr>
          <a:xfrm>
            <a:off x="2968461" y="4444925"/>
            <a:ext cx="1359064" cy="14518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아래쪽 화살표 6">
            <a:extLst>
              <a:ext uri="{FF2B5EF4-FFF2-40B4-BE49-F238E27FC236}">
                <a16:creationId xmlns:a16="http://schemas.microsoft.com/office/drawing/2014/main" id="{2D12B554-FA36-4B4F-8726-8A5356B2E7F8}"/>
              </a:ext>
            </a:extLst>
          </p:cNvPr>
          <p:cNvSpPr/>
          <p:nvPr/>
        </p:nvSpPr>
        <p:spPr>
          <a:xfrm>
            <a:off x="2824768" y="2475365"/>
            <a:ext cx="183692" cy="159943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F8F2498D-F5ED-4868-BC17-D866289ECB53}"/>
              </a:ext>
            </a:extLst>
          </p:cNvPr>
          <p:cNvSpPr/>
          <p:nvPr/>
        </p:nvSpPr>
        <p:spPr>
          <a:xfrm>
            <a:off x="2345385" y="2176927"/>
            <a:ext cx="188146" cy="16779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1200" b="1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5C68B684-314A-4B6D-AA5B-057CE06F38E5}"/>
              </a:ext>
            </a:extLst>
          </p:cNvPr>
          <p:cNvSpPr/>
          <p:nvPr/>
        </p:nvSpPr>
        <p:spPr>
          <a:xfrm>
            <a:off x="2089477" y="3527108"/>
            <a:ext cx="188146" cy="16779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1200" b="1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A1632FC4-0D92-43BD-926D-624BA80E6501}"/>
              </a:ext>
            </a:extLst>
          </p:cNvPr>
          <p:cNvSpPr/>
          <p:nvPr/>
        </p:nvSpPr>
        <p:spPr>
          <a:xfrm>
            <a:off x="2763833" y="4254658"/>
            <a:ext cx="188146" cy="19026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1200" b="1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3E5C5DFF-5CE0-41A6-BB31-8837EA46825B}"/>
              </a:ext>
            </a:extLst>
          </p:cNvPr>
          <p:cNvSpPr/>
          <p:nvPr/>
        </p:nvSpPr>
        <p:spPr>
          <a:xfrm>
            <a:off x="1934752" y="4950041"/>
            <a:ext cx="188146" cy="16903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1200" b="1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아래쪽 화살표 6">
            <a:extLst>
              <a:ext uri="{FF2B5EF4-FFF2-40B4-BE49-F238E27FC236}">
                <a16:creationId xmlns:a16="http://schemas.microsoft.com/office/drawing/2014/main" id="{C1146AE5-7833-4791-8A3C-D6BEFE3214AD}"/>
              </a:ext>
            </a:extLst>
          </p:cNvPr>
          <p:cNvSpPr/>
          <p:nvPr/>
        </p:nvSpPr>
        <p:spPr>
          <a:xfrm>
            <a:off x="2830481" y="3889693"/>
            <a:ext cx="183692" cy="159943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919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스케줄 설정 및 수정 </a:t>
            </a:r>
            <a:r>
              <a:rPr lang="en-US" altLang="ko-KR" dirty="0">
                <a:solidFill>
                  <a:schemeClr val="tx1"/>
                </a:solidFill>
              </a:rPr>
              <a:t>(6/6)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60355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596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제목을 변경하고 싶을 경우 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 스케줄 제목 변경 후 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를 눌러 저장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B74783F-A787-22AC-F681-0D80CC21E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34" y="1950761"/>
            <a:ext cx="5048960" cy="359417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332F3A9-D8FA-E713-B286-1CF277868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00" y="1985129"/>
            <a:ext cx="2523717" cy="17782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C1DDD82-4EAE-137C-130A-2E894D49F2A9}"/>
              </a:ext>
            </a:extLst>
          </p:cNvPr>
          <p:cNvSpPr/>
          <p:nvPr/>
        </p:nvSpPr>
        <p:spPr>
          <a:xfrm>
            <a:off x="619200" y="1985128"/>
            <a:ext cx="2523717" cy="16623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9DCF4A-72FA-43E8-8901-FCB0DCABFCCB}"/>
              </a:ext>
            </a:extLst>
          </p:cNvPr>
          <p:cNvSpPr/>
          <p:nvPr/>
        </p:nvSpPr>
        <p:spPr>
          <a:xfrm>
            <a:off x="3609895" y="5259520"/>
            <a:ext cx="733505" cy="21973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2E4D062-C346-855B-6A90-36E6E8ED841D}"/>
              </a:ext>
            </a:extLst>
          </p:cNvPr>
          <p:cNvSpPr/>
          <p:nvPr/>
        </p:nvSpPr>
        <p:spPr>
          <a:xfrm>
            <a:off x="2819887" y="1750164"/>
            <a:ext cx="193454" cy="2005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endParaRPr lang="ko-KR" altLang="en-US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0215640-DCA5-D373-00FA-335D1B2A79C1}"/>
              </a:ext>
            </a:extLst>
          </p:cNvPr>
          <p:cNvSpPr/>
          <p:nvPr/>
        </p:nvSpPr>
        <p:spPr>
          <a:xfrm>
            <a:off x="4368645" y="5060622"/>
            <a:ext cx="203355" cy="19889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endParaRPr lang="ko-KR" altLang="en-US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5456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2. </a:t>
            </a:r>
            <a:r>
              <a:rPr lang="ko-KR" altLang="en-US" dirty="0">
                <a:solidFill>
                  <a:schemeClr val="tx1"/>
                </a:solidFill>
              </a:rPr>
              <a:t>수동 실행</a:t>
            </a: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60355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0265" y="2076898"/>
            <a:ext cx="3121016" cy="1364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https://asia.flow.microsoft.com/ko-kr/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630"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수동실행 방법</a:t>
            </a:r>
            <a:b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빨간 네모 박스 버튼 클릭 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5C50CE-6B9E-E8B8-BBA7-C3F30F5DB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19" y="2143240"/>
            <a:ext cx="5030138" cy="3403991"/>
          </a:xfrm>
          <a:prstGeom prst="rect">
            <a:avLst/>
          </a:prstGeom>
        </p:spPr>
      </p:pic>
      <p:sp>
        <p:nvSpPr>
          <p:cNvPr id="14" name="직사각형 51">
            <a:extLst>
              <a:ext uri="{FF2B5EF4-FFF2-40B4-BE49-F238E27FC236}">
                <a16:creationId xmlns:a16="http://schemas.microsoft.com/office/drawing/2014/main" id="{42BB4DB1-9C41-465C-ABEC-5D316E8A760C}"/>
              </a:ext>
            </a:extLst>
          </p:cNvPr>
          <p:cNvSpPr/>
          <p:nvPr/>
        </p:nvSpPr>
        <p:spPr>
          <a:xfrm>
            <a:off x="3439846" y="3358627"/>
            <a:ext cx="207769" cy="261864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838767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3. </a:t>
            </a:r>
            <a:r>
              <a:rPr lang="ko-KR" altLang="en-US" dirty="0">
                <a:solidFill>
                  <a:schemeClr val="tx1"/>
                </a:solidFill>
              </a:rPr>
              <a:t>프로세스 모니터링 </a:t>
            </a:r>
            <a:r>
              <a:rPr lang="en-US" altLang="ko-KR" dirty="0">
                <a:solidFill>
                  <a:schemeClr val="tx1"/>
                </a:solidFill>
              </a:rPr>
              <a:t>(1/3)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69057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1875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10630"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모니터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(Monitor)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데스크톱 흐름 실행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(Desktop Flow Runs)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을 클릭하여 실행된 데스크톱 흐름 현황을 파악 가능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해당 데스크톱 흐름은 클릭하여 해당 흐름의 실행 내역을 파악 가능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0202A53-7F9A-0BBB-4CBA-E50FCBB41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10" y="2177143"/>
            <a:ext cx="5225142" cy="3038346"/>
          </a:xfrm>
          <a:prstGeom prst="rect">
            <a:avLst/>
          </a:prstGeom>
        </p:spPr>
      </p:pic>
      <p:sp>
        <p:nvSpPr>
          <p:cNvPr id="16" name="직사각형 51">
            <a:extLst>
              <a:ext uri="{FF2B5EF4-FFF2-40B4-BE49-F238E27FC236}">
                <a16:creationId xmlns:a16="http://schemas.microsoft.com/office/drawing/2014/main" id="{D82A02A9-E55D-4FDA-B61D-9BC45884E880}"/>
              </a:ext>
            </a:extLst>
          </p:cNvPr>
          <p:cNvSpPr/>
          <p:nvPr/>
        </p:nvSpPr>
        <p:spPr>
          <a:xfrm>
            <a:off x="343208" y="3864028"/>
            <a:ext cx="634591" cy="157199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sp>
        <p:nvSpPr>
          <p:cNvPr id="21" name="직사각형 51">
            <a:extLst>
              <a:ext uri="{FF2B5EF4-FFF2-40B4-BE49-F238E27FC236}">
                <a16:creationId xmlns:a16="http://schemas.microsoft.com/office/drawing/2014/main" id="{1D1E413B-C949-4A59-A294-3A6EBF9AD067}"/>
              </a:ext>
            </a:extLst>
          </p:cNvPr>
          <p:cNvSpPr/>
          <p:nvPr/>
        </p:nvSpPr>
        <p:spPr>
          <a:xfrm>
            <a:off x="478406" y="4689768"/>
            <a:ext cx="732085" cy="221866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sp>
        <p:nvSpPr>
          <p:cNvPr id="22" name="직사각형 51">
            <a:extLst>
              <a:ext uri="{FF2B5EF4-FFF2-40B4-BE49-F238E27FC236}">
                <a16:creationId xmlns:a16="http://schemas.microsoft.com/office/drawing/2014/main" id="{E6A71F32-F2D7-4C1B-860F-9F2E4955CCD6}"/>
              </a:ext>
            </a:extLst>
          </p:cNvPr>
          <p:cNvSpPr/>
          <p:nvPr/>
        </p:nvSpPr>
        <p:spPr>
          <a:xfrm>
            <a:off x="3330451" y="2801191"/>
            <a:ext cx="1685686" cy="2414298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261137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3. </a:t>
            </a:r>
            <a:r>
              <a:rPr lang="ko-KR" altLang="en-US" dirty="0">
                <a:solidFill>
                  <a:schemeClr val="tx1"/>
                </a:solidFill>
              </a:rPr>
              <a:t>프로세스 모니터링 </a:t>
            </a:r>
            <a:r>
              <a:rPr lang="en-US" altLang="ko-KR" dirty="0">
                <a:solidFill>
                  <a:schemeClr val="tx1"/>
                </a:solidFill>
              </a:rPr>
              <a:t>(2/3)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60355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110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해당 흐름의 수행 이력을 확인 가능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실행 일시를 클릭하여 해당 스케줄에 발생한 상세 이력을 확인 가능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120F5C-A9C3-177B-50E1-6B81B01F5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6" y="2091783"/>
            <a:ext cx="4884536" cy="3096363"/>
          </a:xfrm>
          <a:prstGeom prst="rect">
            <a:avLst/>
          </a:prstGeom>
        </p:spPr>
      </p:pic>
      <p:sp>
        <p:nvSpPr>
          <p:cNvPr id="13" name="직사각형 51">
            <a:extLst>
              <a:ext uri="{FF2B5EF4-FFF2-40B4-BE49-F238E27FC236}">
                <a16:creationId xmlns:a16="http://schemas.microsoft.com/office/drawing/2014/main" id="{B2909E6D-B7C7-4B8B-B5C8-BB510AEA264D}"/>
              </a:ext>
            </a:extLst>
          </p:cNvPr>
          <p:cNvSpPr/>
          <p:nvPr/>
        </p:nvSpPr>
        <p:spPr>
          <a:xfrm>
            <a:off x="712782" y="4787956"/>
            <a:ext cx="2622363" cy="138877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666121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3. </a:t>
            </a:r>
            <a:r>
              <a:rPr lang="ko-KR" altLang="en-US" dirty="0">
                <a:solidFill>
                  <a:schemeClr val="tx1"/>
                </a:solidFill>
              </a:rPr>
              <a:t>프로세스 모니터링 </a:t>
            </a:r>
            <a:r>
              <a:rPr lang="en-US" altLang="ko-KR" dirty="0">
                <a:solidFill>
                  <a:schemeClr val="tx1"/>
                </a:solidFill>
              </a:rPr>
              <a:t>(3/3)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54682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110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흐름 수행 상세 내역 확인 가능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작업을 클릭하면 우측 작업 세부 정보에서 상세한 내용 확인 가능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그림 5" descr="테이블이(가) 표시된 사진&#10;&#10;자동 생성된 설명">
            <a:extLst>
              <a:ext uri="{FF2B5EF4-FFF2-40B4-BE49-F238E27FC236}">
                <a16:creationId xmlns:a16="http://schemas.microsoft.com/office/drawing/2014/main" id="{F7F4A981-F245-4D07-A955-99A77D9E2E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11" y="2284473"/>
            <a:ext cx="5043644" cy="2782477"/>
          </a:xfrm>
          <a:prstGeom prst="rect">
            <a:avLst/>
          </a:prstGeom>
        </p:spPr>
      </p:pic>
      <p:sp>
        <p:nvSpPr>
          <p:cNvPr id="14" name="직사각형 51">
            <a:extLst>
              <a:ext uri="{FF2B5EF4-FFF2-40B4-BE49-F238E27FC236}">
                <a16:creationId xmlns:a16="http://schemas.microsoft.com/office/drawing/2014/main" id="{9FFBBC91-A5E2-4B9B-B051-4B13717A3BB7}"/>
              </a:ext>
            </a:extLst>
          </p:cNvPr>
          <p:cNvSpPr/>
          <p:nvPr/>
        </p:nvSpPr>
        <p:spPr>
          <a:xfrm>
            <a:off x="1048292" y="2646223"/>
            <a:ext cx="4287106" cy="2420727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520270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626F286-FD2D-DD9A-5249-EA66CC13F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77" y="1693088"/>
            <a:ext cx="4581274" cy="4272237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4. HR</a:t>
            </a:r>
            <a:r>
              <a:rPr lang="ko-KR" altLang="en-US" dirty="0">
                <a:solidFill>
                  <a:schemeClr val="tx1"/>
                </a:solidFill>
              </a:rPr>
              <a:t> 업데이트 파일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기준정보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HR </a:t>
            </a:r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기준정보 폴더</a:t>
            </a:r>
            <a:endParaRPr lang="en-US" altLang="ko-KR" sz="1292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2" name="Google Shape;97;p5"/>
          <p:cNvSpPr/>
          <p:nvPr/>
        </p:nvSpPr>
        <p:spPr>
          <a:xfrm>
            <a:off x="5612082" y="1154682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1448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200" dirty="0">
                <a:ea typeface="Arial"/>
                <a:cs typeface="Arial"/>
                <a:sym typeface="Arial"/>
              </a:rPr>
              <a:t>현업 업데이트 파일</a:t>
            </a:r>
            <a:endParaRPr lang="en-US" altLang="ko-KR" sz="1200" dirty="0"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en-US" altLang="ko-KR" sz="1200" dirty="0">
                <a:ea typeface="Arial"/>
                <a:cs typeface="Arial"/>
                <a:sym typeface="Arial"/>
              </a:rPr>
              <a:t>(</a:t>
            </a:r>
            <a:r>
              <a:rPr lang="ko-KR" altLang="en-US" sz="1200" dirty="0">
                <a:ea typeface="Arial"/>
                <a:cs typeface="Arial"/>
                <a:sym typeface="Arial"/>
              </a:rPr>
              <a:t>임원진 리스트</a:t>
            </a:r>
            <a:r>
              <a:rPr lang="en-US" altLang="ko-KR" sz="1200" dirty="0">
                <a:ea typeface="Arial"/>
                <a:cs typeface="Arial"/>
                <a:sym typeface="Arial"/>
              </a:rPr>
              <a:t>, </a:t>
            </a:r>
            <a:r>
              <a:rPr lang="ko-KR" altLang="en-US" sz="1200" dirty="0">
                <a:ea typeface="Arial"/>
                <a:cs typeface="Arial"/>
                <a:sym typeface="Arial"/>
              </a:rPr>
              <a:t>단축근무자 리스트</a:t>
            </a:r>
            <a:r>
              <a:rPr lang="en-US" altLang="ko-KR" sz="1200" dirty="0">
                <a:ea typeface="Arial"/>
                <a:cs typeface="Arial"/>
                <a:sym typeface="Arial"/>
              </a:rPr>
              <a:t>,</a:t>
            </a:r>
            <a:r>
              <a:rPr lang="ko-KR" altLang="en-US" sz="1200" dirty="0">
                <a:ea typeface="Arial"/>
                <a:cs typeface="Arial"/>
                <a:sym typeface="Arial"/>
              </a:rPr>
              <a:t> 임산부 및 산후</a:t>
            </a:r>
            <a:r>
              <a:rPr lang="en-US" altLang="ko-KR" sz="1200" dirty="0">
                <a:ea typeface="Arial"/>
                <a:cs typeface="Arial"/>
                <a:sym typeface="Arial"/>
              </a:rPr>
              <a:t>1</a:t>
            </a:r>
            <a:r>
              <a:rPr lang="ko-KR" altLang="en-US" sz="1200" dirty="0" err="1">
                <a:ea typeface="Arial"/>
                <a:cs typeface="Arial"/>
                <a:sym typeface="Arial"/>
              </a:rPr>
              <a:t>년미만자</a:t>
            </a:r>
            <a:r>
              <a:rPr lang="ko-KR" altLang="en-US" sz="1200" dirty="0">
                <a:ea typeface="Arial"/>
                <a:cs typeface="Arial"/>
                <a:sym typeface="Arial"/>
              </a:rPr>
              <a:t> 리스트</a:t>
            </a:r>
            <a:r>
              <a:rPr lang="en-US" altLang="ko-KR" sz="1200" dirty="0">
                <a:ea typeface="Arial"/>
                <a:cs typeface="Arial"/>
                <a:sym typeface="Arial"/>
              </a:rPr>
              <a:t> </a:t>
            </a:r>
            <a:r>
              <a:rPr lang="ko-KR" altLang="en-US" sz="1200" dirty="0">
                <a:ea typeface="Arial"/>
                <a:cs typeface="Arial"/>
                <a:sym typeface="Arial"/>
              </a:rPr>
              <a:t>파일</a:t>
            </a:r>
            <a:r>
              <a:rPr lang="en-US" altLang="ko-KR" sz="1200" dirty="0">
                <a:ea typeface="Arial"/>
                <a:cs typeface="Arial"/>
                <a:sym typeface="Arial"/>
              </a:rPr>
              <a:t>, </a:t>
            </a:r>
            <a:r>
              <a:rPr lang="ko-KR" altLang="en-US" sz="1200" dirty="0" err="1">
                <a:ea typeface="Arial"/>
                <a:cs typeface="Arial"/>
                <a:sym typeface="Arial"/>
              </a:rPr>
              <a:t>패널티</a:t>
            </a:r>
            <a:r>
              <a:rPr lang="ko-KR" altLang="en-US" sz="1200" dirty="0">
                <a:ea typeface="Arial"/>
                <a:cs typeface="Arial"/>
                <a:sym typeface="Arial"/>
              </a:rPr>
              <a:t> 리스트</a:t>
            </a:r>
            <a:r>
              <a:rPr lang="en-US" altLang="ko-KR" sz="1200" dirty="0">
                <a:ea typeface="Arial"/>
                <a:cs typeface="Arial"/>
                <a:sym typeface="Arial"/>
              </a:rPr>
              <a:t>)</a:t>
            </a:r>
            <a:endParaRPr lang="en-US" altLang="ko-KR" sz="1108" dirty="0"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해당 파일들의 </a:t>
            </a:r>
            <a:r>
              <a:rPr lang="ko-KR" altLang="en-US" sz="1108" b="1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칼럼명</a:t>
            </a:r>
            <a:r>
              <a:rPr lang="en-US" altLang="ko-KR" sz="1108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8" b="1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시트명</a:t>
            </a:r>
            <a:r>
              <a:rPr lang="ko-KR" altLang="en-US" sz="1108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변경 금지</a:t>
            </a:r>
            <a:r>
              <a:rPr lang="en-US" altLang="ko-KR" sz="1108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!!</a:t>
            </a:r>
          </a:p>
        </p:txBody>
      </p:sp>
      <p:sp>
        <p:nvSpPr>
          <p:cNvPr id="14" name="직사각형 51">
            <a:extLst>
              <a:ext uri="{FF2B5EF4-FFF2-40B4-BE49-F238E27FC236}">
                <a16:creationId xmlns:a16="http://schemas.microsoft.com/office/drawing/2014/main" id="{9FFBBC91-A5E2-4B9B-B051-4B13717A3BB7}"/>
              </a:ext>
            </a:extLst>
          </p:cNvPr>
          <p:cNvSpPr/>
          <p:nvPr/>
        </p:nvSpPr>
        <p:spPr>
          <a:xfrm>
            <a:off x="1788521" y="2786743"/>
            <a:ext cx="928553" cy="296091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sp>
        <p:nvSpPr>
          <p:cNvPr id="11" name="직사각형 51">
            <a:extLst>
              <a:ext uri="{FF2B5EF4-FFF2-40B4-BE49-F238E27FC236}">
                <a16:creationId xmlns:a16="http://schemas.microsoft.com/office/drawing/2014/main" id="{74175EC9-A766-2F26-8E60-DC8D552BEB55}"/>
              </a:ext>
            </a:extLst>
          </p:cNvPr>
          <p:cNvSpPr/>
          <p:nvPr/>
        </p:nvSpPr>
        <p:spPr>
          <a:xfrm>
            <a:off x="974270" y="5773783"/>
            <a:ext cx="419102" cy="191542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36010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5. </a:t>
            </a:r>
            <a:r>
              <a:rPr lang="ko-KR" altLang="en-US" dirty="0">
                <a:solidFill>
                  <a:schemeClr val="tx1"/>
                </a:solidFill>
              </a:rPr>
              <a:t>이메일 수신인 변경</a:t>
            </a: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P.A.D - Main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69056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제목 2">
            <a:extLst>
              <a:ext uri="{FF2B5EF4-FFF2-40B4-BE49-F238E27FC236}">
                <a16:creationId xmlns:a16="http://schemas.microsoft.com/office/drawing/2014/main" id="{34601E01-20C6-DDBA-501B-5AD597EEB55D}"/>
              </a:ext>
            </a:extLst>
          </p:cNvPr>
          <p:cNvSpPr txBox="1">
            <a:spLocks/>
          </p:cNvSpPr>
          <p:nvPr/>
        </p:nvSpPr>
        <p:spPr>
          <a:xfrm>
            <a:off x="334122" y="705263"/>
            <a:ext cx="8175380" cy="469925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algn="l" defTabSz="914400" rtl="0" eaLnBrk="1" latinLnBrk="1" hangingPunct="1">
              <a:lnSpc>
                <a:spcPct val="130000"/>
              </a:lnSpc>
              <a:spcBef>
                <a:spcPct val="0"/>
              </a:spcBef>
              <a:buNone/>
              <a:defRPr sz="2031" b="1" kern="1200" cap="none">
                <a:solidFill>
                  <a:srgbClr val="039BE7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1500" dirty="0">
                <a:solidFill>
                  <a:schemeClr val="tx1"/>
                </a:solidFill>
              </a:rPr>
              <a:t>- PAD </a:t>
            </a:r>
            <a:r>
              <a:rPr lang="ko-KR" altLang="en-US" sz="1500" dirty="0">
                <a:solidFill>
                  <a:schemeClr val="tx1"/>
                </a:solidFill>
              </a:rPr>
              <a:t>소스 </a:t>
            </a:r>
            <a:r>
              <a:rPr lang="en-US" altLang="ko-KR" sz="1500" dirty="0">
                <a:solidFill>
                  <a:schemeClr val="tx1"/>
                </a:solidFill>
              </a:rPr>
              <a:t>Main </a:t>
            </a:r>
            <a:r>
              <a:rPr lang="en-US" altLang="ko-KR" sz="1500" dirty="0" err="1">
                <a:solidFill>
                  <a:schemeClr val="tx1"/>
                </a:solidFill>
              </a:rPr>
              <a:t>Subflow</a:t>
            </a:r>
            <a:r>
              <a:rPr lang="en-US" altLang="ko-KR" sz="1500" dirty="0">
                <a:solidFill>
                  <a:schemeClr val="tx1"/>
                </a:solidFill>
              </a:rPr>
              <a:t>(</a:t>
            </a:r>
            <a:r>
              <a:rPr lang="ko-KR" altLang="en-US" sz="1500" dirty="0">
                <a:solidFill>
                  <a:schemeClr val="tx1"/>
                </a:solidFill>
              </a:rPr>
              <a:t>공통 소스</a:t>
            </a:r>
            <a:r>
              <a:rPr lang="en-US" altLang="ko-KR" sz="1500" dirty="0">
                <a:solidFill>
                  <a:schemeClr val="tx1"/>
                </a:solidFill>
              </a:rPr>
              <a:t>)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  <p:sp>
        <p:nvSpPr>
          <p:cNvPr id="23" name="Google Shape;108;p5">
            <a:extLst>
              <a:ext uri="{FF2B5EF4-FFF2-40B4-BE49-F238E27FC236}">
                <a16:creationId xmlns:a16="http://schemas.microsoft.com/office/drawing/2014/main" id="{60CDDB7C-C1D9-7D3D-EEDC-52E31B444E72}"/>
              </a:ext>
            </a:extLst>
          </p:cNvPr>
          <p:cNvSpPr/>
          <p:nvPr/>
        </p:nvSpPr>
        <p:spPr>
          <a:xfrm>
            <a:off x="5680626" y="3099776"/>
            <a:ext cx="3070834" cy="236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lvl="0" algn="l" defTabSz="914400" latinLnBrk="0">
              <a:lnSpc>
                <a:spcPct val="120000"/>
              </a:lnSpc>
              <a:spcBef>
                <a:spcPts val="70"/>
              </a:spcBef>
              <a:defRPr/>
            </a:pPr>
            <a:r>
              <a:rPr lang="en-US" altLang="ko-KR" sz="1200" b="1" kern="0" dirty="0">
                <a:latin typeface="맑은 고딕"/>
                <a:ea typeface="맑은 고딕"/>
              </a:rPr>
              <a:t>2</a:t>
            </a: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latin typeface="맑은 고딕"/>
                <a:ea typeface="맑은 고딕"/>
              </a:rPr>
              <a:t>각 흐름의 </a:t>
            </a:r>
            <a:r>
              <a:rPr lang="en-US" altLang="ko-KR" sz="1200" b="1" kern="0" dirty="0">
                <a:latin typeface="맑은 고딕"/>
                <a:ea typeface="맑은 고딕"/>
              </a:rPr>
              <a:t>Main </a:t>
            </a:r>
            <a:r>
              <a:rPr lang="en-US" altLang="ko-KR" sz="1200" b="1" kern="0" dirty="0" err="1">
                <a:latin typeface="맑은 고딕"/>
                <a:ea typeface="맑은 고딕"/>
              </a:rPr>
              <a:t>SubFlow</a:t>
            </a:r>
            <a:r>
              <a:rPr lang="ko-KR" altLang="en-US" sz="1200" b="1" kern="0" dirty="0">
                <a:latin typeface="맑은 고딕"/>
                <a:ea typeface="맑은 고딕"/>
              </a:rPr>
              <a:t>에서 확인가능</a:t>
            </a:r>
            <a:endParaRPr lang="en-US" altLang="ko-KR" sz="1200" b="1" kern="0" dirty="0"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latin typeface="맑은 고딕"/>
                <a:ea typeface="맑은 고딕"/>
              </a:rPr>
              <a:t>복수일 시 세미콜론을 붙여 메일주소들을 구분 시킨다</a:t>
            </a:r>
            <a:r>
              <a:rPr lang="en-US" altLang="ko-KR" sz="1200" b="1" kern="0" dirty="0">
                <a:latin typeface="맑은 고딕"/>
                <a:ea typeface="맑은 고딕"/>
              </a:rPr>
              <a:t>.</a:t>
            </a:r>
            <a:br>
              <a:rPr lang="en-US" altLang="ko-KR" sz="1200" b="1" kern="0" dirty="0">
                <a:latin typeface="맑은 고딕"/>
                <a:ea typeface="맑은 고딕"/>
              </a:rPr>
            </a:br>
            <a:r>
              <a:rPr lang="en-US" altLang="ko-KR" sz="1050" b="1" kern="0" dirty="0">
                <a:latin typeface="맑은 고딕"/>
                <a:ea typeface="맑은 고딕"/>
              </a:rPr>
              <a:t>ex) </a:t>
            </a:r>
            <a:r>
              <a:rPr lang="en-US" altLang="ko-KR" sz="1050" b="1" kern="0" dirty="0">
                <a:latin typeface="맑은 고딕"/>
                <a:ea typeface="맑은 고딕"/>
                <a:hlinkClick r:id="rId3"/>
              </a:rPr>
              <a:t>test1@gmail.com</a:t>
            </a:r>
            <a:r>
              <a:rPr lang="en-US" altLang="ko-KR" sz="1050" b="1" kern="0" dirty="0">
                <a:latin typeface="맑은 고딕"/>
                <a:ea typeface="맑은 고딕"/>
              </a:rPr>
              <a:t>; test2@gmail.com;</a:t>
            </a: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 err="1">
                <a:latin typeface="맑은 고딕"/>
                <a:ea typeface="맑은 고딕"/>
              </a:rPr>
              <a:t>Email_From</a:t>
            </a:r>
            <a:r>
              <a:rPr lang="en-US" altLang="ko-KR" sz="1200" b="1" kern="0" dirty="0">
                <a:latin typeface="맑은 고딕"/>
                <a:ea typeface="맑은 고딕"/>
              </a:rPr>
              <a:t> </a:t>
            </a:r>
            <a:r>
              <a:rPr lang="ko-KR" altLang="en-US" sz="1200" b="1" kern="0" dirty="0">
                <a:latin typeface="맑은 고딕"/>
                <a:ea typeface="맑은 고딕"/>
              </a:rPr>
              <a:t>→ </a:t>
            </a:r>
            <a:r>
              <a:rPr lang="ko-KR" altLang="en-US" sz="1200" b="1" kern="0" dirty="0" err="1">
                <a:latin typeface="맑은 고딕"/>
                <a:ea typeface="맑은 고딕"/>
              </a:rPr>
              <a:t>메일발송계정</a:t>
            </a:r>
            <a:endParaRPr lang="en-US" altLang="ko-KR" sz="1200" b="1" kern="0" dirty="0">
              <a:latin typeface="맑은 고딕"/>
              <a:ea typeface="맑은 고딕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 err="1">
                <a:latin typeface="맑은 고딕"/>
                <a:ea typeface="맑은 고딕"/>
              </a:rPr>
              <a:t>Email_To</a:t>
            </a:r>
            <a:r>
              <a:rPr lang="en-US" altLang="ko-KR" sz="1200" b="1" kern="0" dirty="0">
                <a:latin typeface="맑은 고딕"/>
                <a:ea typeface="맑은 고딕"/>
              </a:rPr>
              <a:t> </a:t>
            </a:r>
            <a:r>
              <a:rPr lang="ko-KR" altLang="en-US" sz="1200" b="1" kern="0" dirty="0">
                <a:latin typeface="맑은 고딕"/>
                <a:ea typeface="맑은 고딕"/>
              </a:rPr>
              <a:t>→ 메일수신계정</a:t>
            </a:r>
            <a:endParaRPr lang="en-US" altLang="ko-KR" sz="1200" b="1" kern="0" dirty="0">
              <a:latin typeface="맑은 고딕"/>
              <a:ea typeface="맑은 고딕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 err="1">
                <a:latin typeface="맑은 고딕"/>
                <a:ea typeface="맑은 고딕"/>
              </a:rPr>
              <a:t>Email_CC</a:t>
            </a:r>
            <a:r>
              <a:rPr lang="en-US" altLang="ko-KR" sz="1200" b="1" kern="0" dirty="0">
                <a:latin typeface="맑은 고딕"/>
                <a:ea typeface="맑은 고딕"/>
              </a:rPr>
              <a:t> </a:t>
            </a:r>
            <a:r>
              <a:rPr lang="ko-KR" altLang="en-US" sz="1200" b="1" kern="0" dirty="0">
                <a:latin typeface="맑은 고딕"/>
                <a:ea typeface="맑은 고딕"/>
              </a:rPr>
              <a:t>→ </a:t>
            </a:r>
            <a:r>
              <a:rPr lang="ko-KR" altLang="en-US" sz="1200" b="1" kern="0" dirty="0" err="1">
                <a:latin typeface="맑은 고딕"/>
                <a:ea typeface="맑은 고딕"/>
              </a:rPr>
              <a:t>메일참조계정</a:t>
            </a:r>
            <a:endParaRPr lang="en-US" altLang="ko-KR" sz="1200" b="1" kern="0" dirty="0">
              <a:latin typeface="맑은 고딕"/>
              <a:ea typeface="맑은 고딕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 err="1">
                <a:latin typeface="맑은 고딕"/>
                <a:ea typeface="맑은 고딕"/>
              </a:rPr>
              <a:t>Email_BCC</a:t>
            </a:r>
            <a:r>
              <a:rPr lang="en-US" altLang="ko-KR" sz="1200" b="1" kern="0" dirty="0">
                <a:latin typeface="맑은 고딕"/>
                <a:ea typeface="맑은 고딕"/>
              </a:rPr>
              <a:t> </a:t>
            </a:r>
            <a:r>
              <a:rPr lang="ko-KR" altLang="en-US" sz="1200" b="1" kern="0" dirty="0">
                <a:latin typeface="맑은 고딕"/>
                <a:ea typeface="맑은 고딕"/>
              </a:rPr>
              <a:t>→ </a:t>
            </a:r>
            <a:r>
              <a:rPr lang="ko-KR" altLang="en-US" sz="1200" b="1" kern="0" dirty="0" err="1">
                <a:latin typeface="맑은 고딕"/>
                <a:ea typeface="맑은 고딕"/>
              </a:rPr>
              <a:t>메일숨은참조계정</a:t>
            </a:r>
            <a:endParaRPr lang="en-US" altLang="ko-KR" sz="1200" b="1" kern="0" dirty="0">
              <a:latin typeface="맑은 고딕"/>
              <a:ea typeface="맑은 고딕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12934A7-3DA9-DF15-C93B-0D6A5FDA21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70" y="2970546"/>
            <a:ext cx="5127287" cy="225806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CE65A79-EE13-E226-C948-6788E66CBB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70" y="2411185"/>
            <a:ext cx="5127287" cy="297304"/>
          </a:xfrm>
          <a:prstGeom prst="rect">
            <a:avLst/>
          </a:prstGeom>
        </p:spPr>
      </p:pic>
      <p:sp>
        <p:nvSpPr>
          <p:cNvPr id="15" name="직사각형 51">
            <a:extLst>
              <a:ext uri="{FF2B5EF4-FFF2-40B4-BE49-F238E27FC236}">
                <a16:creationId xmlns:a16="http://schemas.microsoft.com/office/drawing/2014/main" id="{4C5EF1DF-29B0-5D82-7621-9D60B796B34A}"/>
              </a:ext>
            </a:extLst>
          </p:cNvPr>
          <p:cNvSpPr/>
          <p:nvPr/>
        </p:nvSpPr>
        <p:spPr>
          <a:xfrm>
            <a:off x="352969" y="2342606"/>
            <a:ext cx="5127287" cy="400393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sp>
        <p:nvSpPr>
          <p:cNvPr id="16" name="직사각형 51">
            <a:extLst>
              <a:ext uri="{FF2B5EF4-FFF2-40B4-BE49-F238E27FC236}">
                <a16:creationId xmlns:a16="http://schemas.microsoft.com/office/drawing/2014/main" id="{1C3CEB93-3CB9-D8D7-013C-AADB3C465847}"/>
              </a:ext>
            </a:extLst>
          </p:cNvPr>
          <p:cNvSpPr/>
          <p:nvPr/>
        </p:nvSpPr>
        <p:spPr>
          <a:xfrm>
            <a:off x="827587" y="3152607"/>
            <a:ext cx="4652670" cy="2075999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2149351-4DB9-C614-B823-F6FBB3515B16}"/>
              </a:ext>
            </a:extLst>
          </p:cNvPr>
          <p:cNvSpPr/>
          <p:nvPr/>
        </p:nvSpPr>
        <p:spPr>
          <a:xfrm>
            <a:off x="352969" y="2107499"/>
            <a:ext cx="193454" cy="2005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C344E88-78E9-2EDB-0ED7-CCAF48CB7FA0}"/>
              </a:ext>
            </a:extLst>
          </p:cNvPr>
          <p:cNvSpPr/>
          <p:nvPr/>
        </p:nvSpPr>
        <p:spPr>
          <a:xfrm>
            <a:off x="827587" y="2916646"/>
            <a:ext cx="193454" cy="2005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Google Shape;108;p5">
            <a:extLst>
              <a:ext uri="{FF2B5EF4-FFF2-40B4-BE49-F238E27FC236}">
                <a16:creationId xmlns:a16="http://schemas.microsoft.com/office/drawing/2014/main" id="{1782F1EF-2E80-71BC-B7E1-125BF35A0614}"/>
              </a:ext>
            </a:extLst>
          </p:cNvPr>
          <p:cNvSpPr/>
          <p:nvPr/>
        </p:nvSpPr>
        <p:spPr>
          <a:xfrm>
            <a:off x="5680626" y="1970959"/>
            <a:ext cx="3070834" cy="102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lvl="0" algn="l" defTabSz="914400" latinLnBrk="0">
              <a:lnSpc>
                <a:spcPct val="120000"/>
              </a:lnSpc>
              <a:spcBef>
                <a:spcPts val="70"/>
              </a:spcBef>
              <a:defRPr/>
            </a:pPr>
            <a:r>
              <a:rPr lang="en-US" altLang="ko-KR" sz="1200" b="1" kern="0" dirty="0">
                <a:latin typeface="맑은 고딕"/>
                <a:ea typeface="맑은 고딕"/>
              </a:rPr>
              <a:t>1</a:t>
            </a: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latin typeface="맑은 고딕"/>
                <a:ea typeface="맑은 고딕"/>
              </a:rPr>
              <a:t>변수명을 </a:t>
            </a:r>
            <a:r>
              <a:rPr lang="en-US" altLang="ko-KR" sz="1200" b="1" kern="0" dirty="0">
                <a:latin typeface="맑은 고딕"/>
                <a:ea typeface="맑은 고딕"/>
              </a:rPr>
              <a:t>LIVE, DEV</a:t>
            </a:r>
            <a:r>
              <a:rPr lang="ko-KR" altLang="en-US" sz="1200" b="1" kern="0" dirty="0">
                <a:latin typeface="맑은 고딕"/>
                <a:ea typeface="맑은 고딕"/>
              </a:rPr>
              <a:t>로 설정한다</a:t>
            </a:r>
            <a:r>
              <a:rPr lang="en-US" altLang="ko-KR" sz="1200" b="1" kern="0" dirty="0">
                <a:latin typeface="맑은 고딕"/>
                <a:ea typeface="맑은 고딕"/>
              </a:rPr>
              <a:t>.</a:t>
            </a: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>
                <a:latin typeface="맑은 고딕"/>
                <a:ea typeface="맑은 고딕"/>
              </a:rPr>
              <a:t>LIVE : </a:t>
            </a:r>
            <a:r>
              <a:rPr lang="ko-KR" altLang="en-US" sz="1200" b="1" kern="0" dirty="0">
                <a:latin typeface="맑은 고딕"/>
                <a:ea typeface="맑은 고딕"/>
              </a:rPr>
              <a:t>실사용 메일 발송</a:t>
            </a:r>
            <a:endParaRPr lang="en-US" altLang="ko-KR" sz="1200" b="1" kern="0" dirty="0"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>
                <a:latin typeface="맑은 고딕"/>
                <a:ea typeface="맑은 고딕"/>
              </a:rPr>
              <a:t>DEV : </a:t>
            </a:r>
            <a:r>
              <a:rPr lang="ko-KR" altLang="en-US" sz="1200" b="1" kern="0" dirty="0">
                <a:latin typeface="맑은 고딕"/>
                <a:ea typeface="맑은 고딕"/>
              </a:rPr>
              <a:t>테스트 메일 발송</a:t>
            </a:r>
            <a:endParaRPr lang="en-US" altLang="ko-KR" sz="1200" b="1" kern="0" dirty="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627588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2">
            <a:extLst>
              <a:ext uri="{FF2B5EF4-FFF2-40B4-BE49-F238E27FC236}">
                <a16:creationId xmlns:a16="http://schemas.microsoft.com/office/drawing/2014/main" id="{8EFC5E03-295D-B2B7-9377-E893AA33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81" y="116635"/>
            <a:ext cx="8175380" cy="469925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6. </a:t>
            </a:r>
            <a:r>
              <a:rPr lang="ko-KR" altLang="en-US" dirty="0">
                <a:solidFill>
                  <a:schemeClr val="tx1"/>
                </a:solidFill>
              </a:rPr>
              <a:t>과제별 주의 사항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결과 파일 생성</a:t>
            </a:r>
          </a:p>
        </p:txBody>
      </p:sp>
      <p:sp>
        <p:nvSpPr>
          <p:cNvPr id="5" name="Google Shape;93;p5">
            <a:extLst>
              <a:ext uri="{FF2B5EF4-FFF2-40B4-BE49-F238E27FC236}">
                <a16:creationId xmlns:a16="http://schemas.microsoft.com/office/drawing/2014/main" id="{5763C38D-9B37-8888-A682-902912FCA239}"/>
              </a:ext>
            </a:extLst>
          </p:cNvPr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4;p5">
            <a:extLst>
              <a:ext uri="{FF2B5EF4-FFF2-40B4-BE49-F238E27FC236}">
                <a16:creationId xmlns:a16="http://schemas.microsoft.com/office/drawing/2014/main" id="{33B7ADEB-ACDA-DC18-F803-D81140D18E13}"/>
              </a:ext>
            </a:extLst>
          </p:cNvPr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5;p5">
            <a:extLst>
              <a:ext uri="{FF2B5EF4-FFF2-40B4-BE49-F238E27FC236}">
                <a16:creationId xmlns:a16="http://schemas.microsoft.com/office/drawing/2014/main" id="{14A10B85-4D9B-9FDD-A367-968921B526E6}"/>
              </a:ext>
            </a:extLst>
          </p:cNvPr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PAD</a:t>
            </a:r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–</a:t>
            </a:r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altLang="ko-KR" sz="1292" dirty="0" err="1">
                <a:solidFill>
                  <a:schemeClr val="lt1"/>
                </a:solidFill>
                <a:ea typeface="Arial"/>
                <a:cs typeface="Arial"/>
                <a:sym typeface="Arial"/>
              </a:rPr>
              <a:t>InitFunc</a:t>
            </a:r>
            <a:endParaRPr lang="en-US" altLang="ko-KR" sz="1292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9" name="Google Shape;97;p5">
            <a:extLst>
              <a:ext uri="{FF2B5EF4-FFF2-40B4-BE49-F238E27FC236}">
                <a16:creationId xmlns:a16="http://schemas.microsoft.com/office/drawing/2014/main" id="{AAD0FE22-B480-71C7-FA6D-47DF8C3CB132}"/>
              </a:ext>
            </a:extLst>
          </p:cNvPr>
          <p:cNvSpPr/>
          <p:nvPr/>
        </p:nvSpPr>
        <p:spPr>
          <a:xfrm>
            <a:off x="5612082" y="1160355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8;p5">
            <a:extLst>
              <a:ext uri="{FF2B5EF4-FFF2-40B4-BE49-F238E27FC236}">
                <a16:creationId xmlns:a16="http://schemas.microsoft.com/office/drawing/2014/main" id="{1175D604-FC13-A491-C06F-F09C5BBBFEC2}"/>
              </a:ext>
            </a:extLst>
          </p:cNvPr>
          <p:cNvSpPr/>
          <p:nvPr/>
        </p:nvSpPr>
        <p:spPr>
          <a:xfrm>
            <a:off x="5612177" y="2531670"/>
            <a:ext cx="3070834" cy="123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lvl="0" algn="l" defTabSz="914400" latinLnBrk="0">
              <a:lnSpc>
                <a:spcPct val="120000"/>
              </a:lnSpc>
              <a:spcBef>
                <a:spcPts val="70"/>
              </a:spcBef>
              <a:defRPr/>
            </a:pP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결과 파일 생성 시 기존의 결과 파일이 존재한다면 삭제 후 </a:t>
            </a:r>
            <a:r>
              <a:rPr lang="ko-KR" altLang="en-US" sz="1200" b="1" kern="0" dirty="0" err="1">
                <a:solidFill>
                  <a:srgbClr val="3A3838"/>
                </a:solidFill>
                <a:latin typeface="맑은 고딕"/>
                <a:ea typeface="맑은 고딕"/>
              </a:rPr>
              <a:t>재생성한다</a:t>
            </a:r>
            <a:r>
              <a:rPr kumimoji="0" lang="en-US" altLang="ko-KR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.</a:t>
            </a: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기존의 결과파일에 수정사항이 필요하면 해당 액션을 사용 중지한다</a:t>
            </a: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0779A45-C9EC-CA96-475D-5D889ED20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81" y="2891246"/>
            <a:ext cx="5140307" cy="153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888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EEA495C1-BD9A-A406-F568-B38E87239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84" y="1782699"/>
            <a:ext cx="3661119" cy="4096194"/>
          </a:xfrm>
          <a:prstGeom prst="rect">
            <a:avLst/>
          </a:prstGeom>
        </p:spPr>
      </p:pic>
      <p:sp>
        <p:nvSpPr>
          <p:cNvPr id="6" name="제목 2">
            <a:extLst>
              <a:ext uri="{FF2B5EF4-FFF2-40B4-BE49-F238E27FC236}">
                <a16:creationId xmlns:a16="http://schemas.microsoft.com/office/drawing/2014/main" id="{8EFC5E03-295D-B2B7-9377-E893AA33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81" y="116635"/>
            <a:ext cx="8175380" cy="469925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6. </a:t>
            </a:r>
            <a:r>
              <a:rPr lang="ko-KR" altLang="en-US" dirty="0">
                <a:solidFill>
                  <a:schemeClr val="tx1"/>
                </a:solidFill>
              </a:rPr>
              <a:t>과제별 주의 사항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en-US" altLang="ko-KR" dirty="0" err="1">
                <a:solidFill>
                  <a:schemeClr val="tx1"/>
                </a:solidFill>
              </a:rPr>
              <a:t>Init_Func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날짜 설정</a:t>
            </a:r>
            <a:r>
              <a:rPr lang="en-US" altLang="ko-KR" dirty="0">
                <a:solidFill>
                  <a:schemeClr val="tx1"/>
                </a:solidFill>
              </a:rPr>
              <a:t>_</a:t>
            </a:r>
            <a:r>
              <a:rPr lang="ko-KR" altLang="en-US" dirty="0" err="1">
                <a:solidFill>
                  <a:schemeClr val="tx1"/>
                </a:solidFill>
              </a:rPr>
              <a:t>주마감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Google Shape;93;p5">
            <a:extLst>
              <a:ext uri="{FF2B5EF4-FFF2-40B4-BE49-F238E27FC236}">
                <a16:creationId xmlns:a16="http://schemas.microsoft.com/office/drawing/2014/main" id="{5763C38D-9B37-8888-A682-902912FCA239}"/>
              </a:ext>
            </a:extLst>
          </p:cNvPr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4;p5">
            <a:extLst>
              <a:ext uri="{FF2B5EF4-FFF2-40B4-BE49-F238E27FC236}">
                <a16:creationId xmlns:a16="http://schemas.microsoft.com/office/drawing/2014/main" id="{33B7ADEB-ACDA-DC18-F803-D81140D18E13}"/>
              </a:ext>
            </a:extLst>
          </p:cNvPr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5;p5">
            <a:extLst>
              <a:ext uri="{FF2B5EF4-FFF2-40B4-BE49-F238E27FC236}">
                <a16:creationId xmlns:a16="http://schemas.microsoft.com/office/drawing/2014/main" id="{14A10B85-4D9B-9FDD-A367-968921B526E6}"/>
              </a:ext>
            </a:extLst>
          </p:cNvPr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PAD – </a:t>
            </a:r>
            <a:r>
              <a:rPr lang="en-US" altLang="ko-KR" sz="1292" dirty="0" err="1">
                <a:solidFill>
                  <a:schemeClr val="lt1"/>
                </a:solidFill>
                <a:ea typeface="Arial"/>
                <a:cs typeface="Arial"/>
                <a:sym typeface="Arial"/>
              </a:rPr>
              <a:t>Init_Func</a:t>
            </a:r>
            <a:endParaRPr lang="en-US" altLang="ko-KR" sz="1292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9" name="Google Shape;97;p5">
            <a:extLst>
              <a:ext uri="{FF2B5EF4-FFF2-40B4-BE49-F238E27FC236}">
                <a16:creationId xmlns:a16="http://schemas.microsoft.com/office/drawing/2014/main" id="{AAD0FE22-B480-71C7-FA6D-47DF8C3CB132}"/>
              </a:ext>
            </a:extLst>
          </p:cNvPr>
          <p:cNvSpPr/>
          <p:nvPr/>
        </p:nvSpPr>
        <p:spPr>
          <a:xfrm>
            <a:off x="5610265" y="1169057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8;p5">
            <a:extLst>
              <a:ext uri="{FF2B5EF4-FFF2-40B4-BE49-F238E27FC236}">
                <a16:creationId xmlns:a16="http://schemas.microsoft.com/office/drawing/2014/main" id="{1175D604-FC13-A491-C06F-F09C5BBBFEC2}"/>
              </a:ext>
            </a:extLst>
          </p:cNvPr>
          <p:cNvSpPr/>
          <p:nvPr/>
        </p:nvSpPr>
        <p:spPr>
          <a:xfrm>
            <a:off x="5612177" y="2531670"/>
            <a:ext cx="3069017" cy="146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lvl="0" algn="l" defTabSz="914400" latinLnBrk="0">
              <a:lnSpc>
                <a:spcPct val="120000"/>
              </a:lnSpc>
              <a:spcBef>
                <a:spcPts val="70"/>
              </a:spcBef>
              <a:defRPr/>
            </a:pP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각 </a:t>
            </a:r>
            <a:r>
              <a:rPr kumimoji="0" lang="ko-KR" altLang="en-US" sz="1200" b="1" i="0" u="none" strike="noStrike" kern="0" cap="none" spc="0" normalizeH="0" baseline="0" dirty="0" err="1">
                <a:solidFill>
                  <a:srgbClr val="3A3838"/>
                </a:solidFill>
                <a:latin typeface="맑은 고딕"/>
                <a:ea typeface="맑은 고딕"/>
              </a:rPr>
              <a:t>파일별</a:t>
            </a: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 날짜</a:t>
            </a:r>
            <a:r>
              <a:rPr kumimoji="0" lang="en-US" altLang="ko-KR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(</a:t>
            </a: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지난주 월요일</a:t>
            </a:r>
            <a:r>
              <a:rPr kumimoji="0" lang="en-US" altLang="ko-KR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,</a:t>
            </a: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목요일</a:t>
            </a:r>
            <a:r>
              <a:rPr kumimoji="0" lang="en-US" altLang="ko-KR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)</a:t>
            </a: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1</a:t>
            </a: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의 값을 바꾸면 다운로드하는 날짜를 수정할 수 있다</a:t>
            </a: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.</a:t>
            </a: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LIVE</a:t>
            </a: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일 때와</a:t>
            </a: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, DEV</a:t>
            </a: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일 때 각각에 맞는 모드에 따른 날짜 변경한다</a:t>
            </a: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4" name="직사각형 51">
            <a:extLst>
              <a:ext uri="{FF2B5EF4-FFF2-40B4-BE49-F238E27FC236}">
                <a16:creationId xmlns:a16="http://schemas.microsoft.com/office/drawing/2014/main" id="{745B1101-9AA9-C922-4980-54FA81A3CE31}"/>
              </a:ext>
            </a:extLst>
          </p:cNvPr>
          <p:cNvSpPr/>
          <p:nvPr/>
        </p:nvSpPr>
        <p:spPr>
          <a:xfrm>
            <a:off x="1298181" y="1942153"/>
            <a:ext cx="3448322" cy="2324175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51D186C-64D5-4505-B3B7-EB0841F2E2E7}"/>
              </a:ext>
            </a:extLst>
          </p:cNvPr>
          <p:cNvSpPr/>
          <p:nvPr/>
        </p:nvSpPr>
        <p:spPr>
          <a:xfrm>
            <a:off x="1201454" y="1712872"/>
            <a:ext cx="193454" cy="2005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08BDDE-3B56-2436-7566-0C67104F52A7}"/>
              </a:ext>
            </a:extLst>
          </p:cNvPr>
          <p:cNvSpPr txBox="1"/>
          <p:nvPr/>
        </p:nvSpPr>
        <p:spPr>
          <a:xfrm>
            <a:off x="278203" y="786674"/>
            <a:ext cx="4580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tx1"/>
                </a:solidFill>
              </a:rPr>
              <a:t>- PAD </a:t>
            </a:r>
            <a:r>
              <a:rPr lang="ko-KR" altLang="en-US" sz="1800" dirty="0">
                <a:solidFill>
                  <a:schemeClr val="tx1"/>
                </a:solidFill>
              </a:rPr>
              <a:t>소스 </a:t>
            </a:r>
            <a:r>
              <a:rPr lang="en-US" altLang="ko-KR" sz="1800" dirty="0" err="1">
                <a:solidFill>
                  <a:schemeClr val="tx1"/>
                </a:solidFill>
              </a:rPr>
              <a:t>Init_Func</a:t>
            </a:r>
            <a:r>
              <a:rPr lang="en-US" altLang="ko-KR" sz="1800" dirty="0">
                <a:solidFill>
                  <a:schemeClr val="tx1"/>
                </a:solidFill>
              </a:rPr>
              <a:t> </a:t>
            </a:r>
            <a:r>
              <a:rPr lang="en-US" altLang="ko-KR" sz="1800" dirty="0" err="1">
                <a:solidFill>
                  <a:schemeClr val="tx1"/>
                </a:solidFill>
              </a:rPr>
              <a:t>Subflow</a:t>
            </a:r>
            <a:r>
              <a:rPr lang="en-US" altLang="ko-KR" sz="1800" dirty="0">
                <a:solidFill>
                  <a:schemeClr val="tx1"/>
                </a:solidFill>
              </a:rPr>
              <a:t>(</a:t>
            </a:r>
            <a:r>
              <a:rPr lang="ko-KR" altLang="en-US" sz="1800" dirty="0">
                <a:solidFill>
                  <a:schemeClr val="tx1"/>
                </a:solidFill>
              </a:rPr>
              <a:t>공통 소스</a:t>
            </a:r>
            <a:r>
              <a:rPr lang="en-US" altLang="ko-KR" sz="1800" dirty="0">
                <a:solidFill>
                  <a:schemeClr val="tx1"/>
                </a:solidFill>
              </a:rPr>
              <a:t>)</a:t>
            </a:r>
            <a:endParaRPr lang="ko-KR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917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7265567-7C34-1819-603E-EABC7CD80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81" y="2206665"/>
            <a:ext cx="4763405" cy="3392945"/>
          </a:xfrm>
          <a:prstGeom prst="rect">
            <a:avLst/>
          </a:prstGeom>
        </p:spPr>
      </p:pic>
      <p:sp>
        <p:nvSpPr>
          <p:cNvPr id="6" name="제목 2">
            <a:extLst>
              <a:ext uri="{FF2B5EF4-FFF2-40B4-BE49-F238E27FC236}">
                <a16:creationId xmlns:a16="http://schemas.microsoft.com/office/drawing/2014/main" id="{8EFC5E03-295D-B2B7-9377-E893AA33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81" y="116635"/>
            <a:ext cx="8175380" cy="469925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6. </a:t>
            </a:r>
            <a:r>
              <a:rPr lang="ko-KR" altLang="en-US" dirty="0">
                <a:solidFill>
                  <a:schemeClr val="tx1"/>
                </a:solidFill>
              </a:rPr>
              <a:t>과제별 주의 사항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en-US" altLang="ko-KR" dirty="0" err="1">
                <a:solidFill>
                  <a:schemeClr val="tx1"/>
                </a:solidFill>
              </a:rPr>
              <a:t>Init_Func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날짜 설정</a:t>
            </a:r>
            <a:r>
              <a:rPr lang="en-US" altLang="ko-KR" dirty="0">
                <a:solidFill>
                  <a:schemeClr val="tx1"/>
                </a:solidFill>
              </a:rPr>
              <a:t>_</a:t>
            </a:r>
            <a:r>
              <a:rPr lang="ko-KR" altLang="en-US" dirty="0" err="1">
                <a:solidFill>
                  <a:schemeClr val="tx1"/>
                </a:solidFill>
              </a:rPr>
              <a:t>월마감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Google Shape;93;p5">
            <a:extLst>
              <a:ext uri="{FF2B5EF4-FFF2-40B4-BE49-F238E27FC236}">
                <a16:creationId xmlns:a16="http://schemas.microsoft.com/office/drawing/2014/main" id="{5763C38D-9B37-8888-A682-902912FCA239}"/>
              </a:ext>
            </a:extLst>
          </p:cNvPr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4;p5">
            <a:extLst>
              <a:ext uri="{FF2B5EF4-FFF2-40B4-BE49-F238E27FC236}">
                <a16:creationId xmlns:a16="http://schemas.microsoft.com/office/drawing/2014/main" id="{33B7ADEB-ACDA-DC18-F803-D81140D18E13}"/>
              </a:ext>
            </a:extLst>
          </p:cNvPr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5;p5">
            <a:extLst>
              <a:ext uri="{FF2B5EF4-FFF2-40B4-BE49-F238E27FC236}">
                <a16:creationId xmlns:a16="http://schemas.microsoft.com/office/drawing/2014/main" id="{14A10B85-4D9B-9FDD-A367-968921B526E6}"/>
              </a:ext>
            </a:extLst>
          </p:cNvPr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PAD – </a:t>
            </a:r>
            <a:r>
              <a:rPr lang="en-US" altLang="ko-KR" sz="1292" dirty="0" err="1">
                <a:solidFill>
                  <a:schemeClr val="lt1"/>
                </a:solidFill>
                <a:ea typeface="Arial"/>
                <a:cs typeface="Arial"/>
                <a:sym typeface="Arial"/>
              </a:rPr>
              <a:t>Init_Func</a:t>
            </a:r>
            <a:endParaRPr lang="en-US" altLang="ko-KR" sz="1292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9" name="Google Shape;97;p5">
            <a:extLst>
              <a:ext uri="{FF2B5EF4-FFF2-40B4-BE49-F238E27FC236}">
                <a16:creationId xmlns:a16="http://schemas.microsoft.com/office/drawing/2014/main" id="{AAD0FE22-B480-71C7-FA6D-47DF8C3CB132}"/>
              </a:ext>
            </a:extLst>
          </p:cNvPr>
          <p:cNvSpPr/>
          <p:nvPr/>
        </p:nvSpPr>
        <p:spPr>
          <a:xfrm>
            <a:off x="5610265" y="1169057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8;p5">
            <a:extLst>
              <a:ext uri="{FF2B5EF4-FFF2-40B4-BE49-F238E27FC236}">
                <a16:creationId xmlns:a16="http://schemas.microsoft.com/office/drawing/2014/main" id="{1175D604-FC13-A491-C06F-F09C5BBBFEC2}"/>
              </a:ext>
            </a:extLst>
          </p:cNvPr>
          <p:cNvSpPr/>
          <p:nvPr/>
        </p:nvSpPr>
        <p:spPr>
          <a:xfrm>
            <a:off x="5610265" y="3151980"/>
            <a:ext cx="3069017" cy="55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lvl="0" algn="l" defTabSz="914400" latinLnBrk="0">
              <a:lnSpc>
                <a:spcPct val="120000"/>
              </a:lnSpc>
              <a:spcBef>
                <a:spcPts val="70"/>
              </a:spcBef>
              <a:defRPr/>
            </a:pP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각 </a:t>
            </a:r>
            <a:r>
              <a:rPr kumimoji="0" lang="ko-KR" altLang="en-US" sz="1200" b="1" i="0" u="none" strike="noStrike" kern="0" cap="none" spc="0" normalizeH="0" baseline="0" dirty="0" err="1">
                <a:solidFill>
                  <a:srgbClr val="3A3838"/>
                </a:solidFill>
                <a:latin typeface="맑은 고딕"/>
                <a:ea typeface="맑은 고딕"/>
              </a:rPr>
              <a:t>파일별</a:t>
            </a: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 날짜</a:t>
            </a:r>
            <a:r>
              <a:rPr kumimoji="0" lang="en-US" altLang="ko-KR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(</a:t>
            </a: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지난달 </a:t>
            </a:r>
            <a:r>
              <a:rPr kumimoji="0" lang="en-US" altLang="ko-KR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1</a:t>
            </a: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일과 말일</a:t>
            </a:r>
            <a:r>
              <a:rPr kumimoji="0" lang="en-US" altLang="ko-KR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08BDDE-3B56-2436-7566-0C67104F52A7}"/>
              </a:ext>
            </a:extLst>
          </p:cNvPr>
          <p:cNvSpPr txBox="1"/>
          <p:nvPr/>
        </p:nvSpPr>
        <p:spPr>
          <a:xfrm>
            <a:off x="278203" y="786674"/>
            <a:ext cx="4580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tx1"/>
                </a:solidFill>
              </a:rPr>
              <a:t>- PAD </a:t>
            </a:r>
            <a:r>
              <a:rPr lang="ko-KR" altLang="en-US" sz="1800" dirty="0">
                <a:solidFill>
                  <a:schemeClr val="tx1"/>
                </a:solidFill>
              </a:rPr>
              <a:t>소스 </a:t>
            </a:r>
            <a:r>
              <a:rPr lang="en-US" altLang="ko-KR" sz="1800" dirty="0" err="1">
                <a:solidFill>
                  <a:schemeClr val="tx1"/>
                </a:solidFill>
              </a:rPr>
              <a:t>Init_Func</a:t>
            </a:r>
            <a:r>
              <a:rPr lang="en-US" altLang="ko-KR" sz="1800" dirty="0">
                <a:solidFill>
                  <a:schemeClr val="tx1"/>
                </a:solidFill>
              </a:rPr>
              <a:t> </a:t>
            </a:r>
            <a:r>
              <a:rPr lang="en-US" altLang="ko-KR" sz="1800" dirty="0" err="1">
                <a:solidFill>
                  <a:schemeClr val="tx1"/>
                </a:solidFill>
              </a:rPr>
              <a:t>Subflow</a:t>
            </a:r>
            <a:r>
              <a:rPr lang="en-US" altLang="ko-KR" sz="1800" dirty="0">
                <a:solidFill>
                  <a:schemeClr val="tx1"/>
                </a:solidFill>
              </a:rPr>
              <a:t>(</a:t>
            </a:r>
            <a:r>
              <a:rPr lang="ko-KR" altLang="en-US" sz="1800" dirty="0">
                <a:solidFill>
                  <a:schemeClr val="tx1"/>
                </a:solidFill>
              </a:rPr>
              <a:t>공통 소스</a:t>
            </a:r>
            <a:r>
              <a:rPr lang="en-US" altLang="ko-KR" sz="1800" dirty="0">
                <a:solidFill>
                  <a:schemeClr val="tx1"/>
                </a:solidFill>
              </a:rPr>
              <a:t>)</a:t>
            </a:r>
            <a:endParaRPr lang="ko-KR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078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2">
            <a:extLst>
              <a:ext uri="{FF2B5EF4-FFF2-40B4-BE49-F238E27FC236}">
                <a16:creationId xmlns:a16="http://schemas.microsoft.com/office/drawing/2014/main" id="{8EFC5E03-295D-B2B7-9377-E893AA33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81" y="116635"/>
            <a:ext cx="8175380" cy="469925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6. </a:t>
            </a:r>
            <a:r>
              <a:rPr lang="ko-KR" altLang="en-US" dirty="0">
                <a:solidFill>
                  <a:schemeClr val="tx1"/>
                </a:solidFill>
              </a:rPr>
              <a:t>과제별 주의 사항 </a:t>
            </a:r>
            <a:r>
              <a:rPr lang="en-US" altLang="ko-KR" dirty="0">
                <a:solidFill>
                  <a:schemeClr val="tx1"/>
                </a:solidFill>
              </a:rPr>
              <a:t>– 30</a:t>
            </a:r>
            <a:r>
              <a:rPr lang="ko-KR" altLang="en-US" dirty="0">
                <a:solidFill>
                  <a:schemeClr val="tx1"/>
                </a:solidFill>
              </a:rPr>
              <a:t>분 단위 근무 여부</a:t>
            </a:r>
          </a:p>
        </p:txBody>
      </p:sp>
      <p:sp>
        <p:nvSpPr>
          <p:cNvPr id="5" name="Google Shape;93;p5">
            <a:extLst>
              <a:ext uri="{FF2B5EF4-FFF2-40B4-BE49-F238E27FC236}">
                <a16:creationId xmlns:a16="http://schemas.microsoft.com/office/drawing/2014/main" id="{5763C38D-9B37-8888-A682-902912FCA239}"/>
              </a:ext>
            </a:extLst>
          </p:cNvPr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4;p5">
            <a:extLst>
              <a:ext uri="{FF2B5EF4-FFF2-40B4-BE49-F238E27FC236}">
                <a16:creationId xmlns:a16="http://schemas.microsoft.com/office/drawing/2014/main" id="{33B7ADEB-ACDA-DC18-F803-D81140D18E13}"/>
              </a:ext>
            </a:extLst>
          </p:cNvPr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5;p5">
            <a:extLst>
              <a:ext uri="{FF2B5EF4-FFF2-40B4-BE49-F238E27FC236}">
                <a16:creationId xmlns:a16="http://schemas.microsoft.com/office/drawing/2014/main" id="{14A10B85-4D9B-9FDD-A367-968921B526E6}"/>
              </a:ext>
            </a:extLst>
          </p:cNvPr>
          <p:cNvSpPr/>
          <p:nvPr/>
        </p:nvSpPr>
        <p:spPr>
          <a:xfrm>
            <a:off x="291412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PAD – Flow06_30</a:t>
            </a:r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분 단위 근무 확인</a:t>
            </a:r>
            <a:endParaRPr lang="en-US" altLang="ko-KR" sz="1292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9" name="Google Shape;97;p5">
            <a:extLst>
              <a:ext uri="{FF2B5EF4-FFF2-40B4-BE49-F238E27FC236}">
                <a16:creationId xmlns:a16="http://schemas.microsoft.com/office/drawing/2014/main" id="{AAD0FE22-B480-71C7-FA6D-47DF8C3CB132}"/>
              </a:ext>
            </a:extLst>
          </p:cNvPr>
          <p:cNvSpPr/>
          <p:nvPr/>
        </p:nvSpPr>
        <p:spPr>
          <a:xfrm>
            <a:off x="5610265" y="1169057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8;p5">
            <a:extLst>
              <a:ext uri="{FF2B5EF4-FFF2-40B4-BE49-F238E27FC236}">
                <a16:creationId xmlns:a16="http://schemas.microsoft.com/office/drawing/2014/main" id="{1175D604-FC13-A491-C06F-F09C5BBBFEC2}"/>
              </a:ext>
            </a:extLst>
          </p:cNvPr>
          <p:cNvSpPr/>
          <p:nvPr/>
        </p:nvSpPr>
        <p:spPr>
          <a:xfrm>
            <a:off x="5610265" y="3151980"/>
            <a:ext cx="3069017" cy="775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lvl="0" algn="l" defTabSz="914400" latinLnBrk="0">
              <a:lnSpc>
                <a:spcPct val="120000"/>
              </a:lnSpc>
              <a:spcBef>
                <a:spcPts val="70"/>
              </a:spcBef>
              <a:defRPr/>
            </a:pP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30</a:t>
            </a: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분 단위 근무 여부 부분에서 오류 발생시 해당 부분 수정한다</a:t>
            </a: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483174-8CA0-2506-CD00-A97323E41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68" y="2979983"/>
            <a:ext cx="5134692" cy="120984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391A22F-0177-8A7B-59C8-E86D6FFBA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63" y="4382182"/>
            <a:ext cx="5131460" cy="38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648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2">
            <a:extLst>
              <a:ext uri="{FF2B5EF4-FFF2-40B4-BE49-F238E27FC236}">
                <a16:creationId xmlns:a16="http://schemas.microsoft.com/office/drawing/2014/main" id="{8EFC5E03-295D-B2B7-9377-E893AA33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81" y="116635"/>
            <a:ext cx="8175380" cy="469925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6. </a:t>
            </a:r>
            <a:r>
              <a:rPr lang="ko-KR" altLang="en-US" dirty="0">
                <a:solidFill>
                  <a:schemeClr val="tx1"/>
                </a:solidFill>
              </a:rPr>
              <a:t>과제별 주의 사항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메일 발송 </a:t>
            </a:r>
            <a:r>
              <a:rPr lang="en-US" altLang="ko-KR" dirty="0">
                <a:solidFill>
                  <a:schemeClr val="tx1"/>
                </a:solidFill>
              </a:rPr>
              <a:t>HTML </a:t>
            </a:r>
            <a:r>
              <a:rPr lang="ko-KR" altLang="en-US" dirty="0">
                <a:solidFill>
                  <a:schemeClr val="tx1"/>
                </a:solidFill>
              </a:rPr>
              <a:t>양식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공통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Google Shape;93;p5">
            <a:extLst>
              <a:ext uri="{FF2B5EF4-FFF2-40B4-BE49-F238E27FC236}">
                <a16:creationId xmlns:a16="http://schemas.microsoft.com/office/drawing/2014/main" id="{5763C38D-9B37-8888-A682-902912FCA239}"/>
              </a:ext>
            </a:extLst>
          </p:cNvPr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4;p5">
            <a:extLst>
              <a:ext uri="{FF2B5EF4-FFF2-40B4-BE49-F238E27FC236}">
                <a16:creationId xmlns:a16="http://schemas.microsoft.com/office/drawing/2014/main" id="{33B7ADEB-ACDA-DC18-F803-D81140D18E13}"/>
              </a:ext>
            </a:extLst>
          </p:cNvPr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5;p5">
            <a:extLst>
              <a:ext uri="{FF2B5EF4-FFF2-40B4-BE49-F238E27FC236}">
                <a16:creationId xmlns:a16="http://schemas.microsoft.com/office/drawing/2014/main" id="{14A10B85-4D9B-9FDD-A367-968921B526E6}"/>
              </a:ext>
            </a:extLst>
          </p:cNvPr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</a:t>
            </a:r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과제별 폴더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&gt; </a:t>
            </a:r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기준정보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&gt; </a:t>
            </a:r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메일커버 폴더 </a:t>
            </a:r>
            <a:endParaRPr lang="en-US" altLang="ko-KR" sz="1292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9" name="Google Shape;97;p5">
            <a:extLst>
              <a:ext uri="{FF2B5EF4-FFF2-40B4-BE49-F238E27FC236}">
                <a16:creationId xmlns:a16="http://schemas.microsoft.com/office/drawing/2014/main" id="{AAD0FE22-B480-71C7-FA6D-47DF8C3CB132}"/>
              </a:ext>
            </a:extLst>
          </p:cNvPr>
          <p:cNvSpPr/>
          <p:nvPr/>
        </p:nvSpPr>
        <p:spPr>
          <a:xfrm>
            <a:off x="5614496" y="1166604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8;p5">
            <a:extLst>
              <a:ext uri="{FF2B5EF4-FFF2-40B4-BE49-F238E27FC236}">
                <a16:creationId xmlns:a16="http://schemas.microsoft.com/office/drawing/2014/main" id="{1175D604-FC13-A491-C06F-F09C5BBBFEC2}"/>
              </a:ext>
            </a:extLst>
          </p:cNvPr>
          <p:cNvSpPr/>
          <p:nvPr/>
        </p:nvSpPr>
        <p:spPr>
          <a:xfrm>
            <a:off x="5630444" y="3052340"/>
            <a:ext cx="3121016" cy="2365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solidFill>
                  <a:srgbClr val="FF0000"/>
                </a:solidFill>
                <a:latin typeface="맑은 고딕"/>
                <a:ea typeface="맑은 고딕"/>
              </a:rPr>
              <a:t>과제별 폴더 </a:t>
            </a:r>
            <a:r>
              <a:rPr lang="en-US" altLang="ko-KR" sz="1200" b="1" kern="0" dirty="0">
                <a:solidFill>
                  <a:srgbClr val="FF0000"/>
                </a:solidFill>
                <a:latin typeface="맑은 고딕"/>
                <a:ea typeface="맑은 고딕"/>
              </a:rPr>
              <a:t>&gt; </a:t>
            </a:r>
            <a:r>
              <a:rPr lang="ko-KR" altLang="en-US" sz="1200" b="1" kern="0" dirty="0">
                <a:solidFill>
                  <a:srgbClr val="FF0000"/>
                </a:solidFill>
                <a:latin typeface="맑은 고딕"/>
                <a:ea typeface="맑은 고딕"/>
              </a:rPr>
              <a:t>기준정보 폴더 </a:t>
            </a:r>
            <a:r>
              <a:rPr lang="en-US" altLang="ko-KR" sz="1200" b="1" kern="0" dirty="0">
                <a:solidFill>
                  <a:srgbClr val="FF0000"/>
                </a:solidFill>
                <a:latin typeface="맑은 고딕"/>
                <a:ea typeface="맑은 고딕"/>
              </a:rPr>
              <a:t>&gt; </a:t>
            </a:r>
            <a:r>
              <a:rPr lang="ko-KR" altLang="en-US" sz="1200" b="1" kern="0" dirty="0">
                <a:solidFill>
                  <a:srgbClr val="FF0000"/>
                </a:solidFill>
                <a:latin typeface="맑은 고딕"/>
                <a:ea typeface="맑은 고딕"/>
              </a:rPr>
              <a:t>메일커버 폴더</a:t>
            </a:r>
            <a:endParaRPr lang="en-US" altLang="ko-KR" sz="1200" b="1" kern="0" dirty="0">
              <a:solidFill>
                <a:srgbClr val="FF0000"/>
              </a:solidFill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메일 발송 시 각 </a:t>
            </a:r>
            <a:r>
              <a:rPr kumimoji="0" lang="ko-KR" altLang="en-US" sz="1200" b="1" i="0" u="none" strike="noStrike" kern="0" cap="none" spc="0" normalizeH="0" baseline="0" dirty="0" err="1">
                <a:solidFill>
                  <a:srgbClr val="3A3838"/>
                </a:solidFill>
                <a:latin typeface="맑은 고딕"/>
                <a:ea typeface="맑은 고딕"/>
              </a:rPr>
              <a:t>작업별</a:t>
            </a: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 결과 발송 메일 본문에 포함되는 </a:t>
            </a:r>
            <a:r>
              <a:rPr kumimoji="0" lang="en-US" altLang="ko-KR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HTML</a:t>
            </a: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 문서를 텍스트 파일에 저장</a:t>
            </a: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해당 텍스트 파일을 읽어 메일 발송</a:t>
            </a: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문구 및 스타일 변경이 필요한 경우 해당 경로의 텍스트 파일 편집</a:t>
            </a: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파일의 이름은 종합 </a:t>
            </a:r>
            <a:r>
              <a:rPr lang="ko-KR" altLang="en-US" sz="1200" b="1" kern="0" dirty="0">
                <a:solidFill>
                  <a:srgbClr val="FF0000"/>
                </a:solidFill>
                <a:latin typeface="맑은 고딕"/>
                <a:ea typeface="맑은 고딕"/>
              </a:rPr>
              <a:t>결과물 엑셀 파일의 시트명과 동일</a:t>
            </a: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하게 구성되어 있음</a:t>
            </a: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FEFC392-F61B-ACB8-097D-0DC391C44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89" y="2206549"/>
            <a:ext cx="4859948" cy="80512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19EE3A4-99EF-C3F8-0DB9-0C08C5F36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345" y="3295125"/>
            <a:ext cx="3845592" cy="262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085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3576422-C3AD-516E-205B-169A39A3C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43" y="1721779"/>
            <a:ext cx="5152174" cy="1985556"/>
          </a:xfrm>
          <a:prstGeom prst="rect">
            <a:avLst/>
          </a:prstGeom>
        </p:spPr>
      </p:pic>
      <p:sp>
        <p:nvSpPr>
          <p:cNvPr id="6" name="제목 2">
            <a:extLst>
              <a:ext uri="{FF2B5EF4-FFF2-40B4-BE49-F238E27FC236}">
                <a16:creationId xmlns:a16="http://schemas.microsoft.com/office/drawing/2014/main" id="{8EFC5E03-295D-B2B7-9377-E893AA33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81" y="116635"/>
            <a:ext cx="8175380" cy="469925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6. </a:t>
            </a:r>
            <a:r>
              <a:rPr lang="ko-KR" altLang="en-US" dirty="0">
                <a:solidFill>
                  <a:schemeClr val="tx1"/>
                </a:solidFill>
              </a:rPr>
              <a:t>과제별 주의 사항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메일 발송 </a:t>
            </a:r>
            <a:r>
              <a:rPr lang="en-US" altLang="ko-KR" dirty="0">
                <a:solidFill>
                  <a:schemeClr val="tx1"/>
                </a:solidFill>
              </a:rPr>
              <a:t>HTML </a:t>
            </a:r>
            <a:r>
              <a:rPr lang="ko-KR" altLang="en-US" dirty="0">
                <a:solidFill>
                  <a:schemeClr val="tx1"/>
                </a:solidFill>
              </a:rPr>
              <a:t>양식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공통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Google Shape;93;p5">
            <a:extLst>
              <a:ext uri="{FF2B5EF4-FFF2-40B4-BE49-F238E27FC236}">
                <a16:creationId xmlns:a16="http://schemas.microsoft.com/office/drawing/2014/main" id="{5763C38D-9B37-8888-A682-902912FCA239}"/>
              </a:ext>
            </a:extLst>
          </p:cNvPr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4;p5">
            <a:extLst>
              <a:ext uri="{FF2B5EF4-FFF2-40B4-BE49-F238E27FC236}">
                <a16:creationId xmlns:a16="http://schemas.microsoft.com/office/drawing/2014/main" id="{33B7ADEB-ACDA-DC18-F803-D81140D18E13}"/>
              </a:ext>
            </a:extLst>
          </p:cNvPr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5;p5">
            <a:extLst>
              <a:ext uri="{FF2B5EF4-FFF2-40B4-BE49-F238E27FC236}">
                <a16:creationId xmlns:a16="http://schemas.microsoft.com/office/drawing/2014/main" id="{14A10B85-4D9B-9FDD-A367-968921B526E6}"/>
              </a:ext>
            </a:extLst>
          </p:cNvPr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PAD - Main</a:t>
            </a:r>
          </a:p>
        </p:txBody>
      </p:sp>
      <p:sp>
        <p:nvSpPr>
          <p:cNvPr id="9" name="Google Shape;97;p5">
            <a:extLst>
              <a:ext uri="{FF2B5EF4-FFF2-40B4-BE49-F238E27FC236}">
                <a16:creationId xmlns:a16="http://schemas.microsoft.com/office/drawing/2014/main" id="{AAD0FE22-B480-71C7-FA6D-47DF8C3CB132}"/>
              </a:ext>
            </a:extLst>
          </p:cNvPr>
          <p:cNvSpPr/>
          <p:nvPr/>
        </p:nvSpPr>
        <p:spPr>
          <a:xfrm>
            <a:off x="5614496" y="1166604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8;p5">
            <a:extLst>
              <a:ext uri="{FF2B5EF4-FFF2-40B4-BE49-F238E27FC236}">
                <a16:creationId xmlns:a16="http://schemas.microsoft.com/office/drawing/2014/main" id="{1175D604-FC13-A491-C06F-F09C5BBBFEC2}"/>
              </a:ext>
            </a:extLst>
          </p:cNvPr>
          <p:cNvSpPr/>
          <p:nvPr/>
        </p:nvSpPr>
        <p:spPr>
          <a:xfrm>
            <a:off x="5630444" y="3052340"/>
            <a:ext cx="3121016" cy="1218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RPA </a:t>
            </a: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수행 결과 메일 본문</a:t>
            </a: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 err="1">
                <a:solidFill>
                  <a:srgbClr val="3A3838"/>
                </a:solidFill>
                <a:latin typeface="맑은 고딕"/>
                <a:ea typeface="맑은 고딕"/>
              </a:rPr>
              <a:t>Subflow</a:t>
            </a: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 – </a:t>
            </a:r>
            <a:r>
              <a:rPr lang="en-US" altLang="ko-KR" sz="1200" b="1" kern="0" dirty="0" err="1">
                <a:solidFill>
                  <a:srgbClr val="3A3838"/>
                </a:solidFill>
                <a:latin typeface="맑은 고딕"/>
                <a:ea typeface="맑은 고딕"/>
              </a:rPr>
              <a:t>SendMail_EachPerson</a:t>
            </a: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단계에서 결과물이 없는 시트의 이름을 </a:t>
            </a:r>
            <a:r>
              <a:rPr lang="en-US" altLang="ko-KR" sz="1200" b="1" kern="0" dirty="0" err="1">
                <a:solidFill>
                  <a:srgbClr val="3A3838"/>
                </a:solidFill>
                <a:latin typeface="맑은 고딕"/>
                <a:ea typeface="맑은 고딕"/>
              </a:rPr>
              <a:t>List_NoResult</a:t>
            </a: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목록에 담아 메일본문에 포함하여 전달</a:t>
            </a: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E17B50C-3563-70CC-DD6A-09FC75073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794" y="2919859"/>
            <a:ext cx="2525725" cy="2932523"/>
          </a:xfrm>
          <a:prstGeom prst="rect">
            <a:avLst/>
          </a:prstGeom>
        </p:spPr>
      </p:pic>
      <p:sp>
        <p:nvSpPr>
          <p:cNvPr id="11" name="직사각형 51">
            <a:extLst>
              <a:ext uri="{FF2B5EF4-FFF2-40B4-BE49-F238E27FC236}">
                <a16:creationId xmlns:a16="http://schemas.microsoft.com/office/drawing/2014/main" id="{0D441ED4-2BF8-9FF6-2CB7-840465039648}"/>
              </a:ext>
            </a:extLst>
          </p:cNvPr>
          <p:cNvSpPr/>
          <p:nvPr/>
        </p:nvSpPr>
        <p:spPr>
          <a:xfrm>
            <a:off x="2777794" y="4365624"/>
            <a:ext cx="2525725" cy="536616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ysDot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9030204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2">
            <a:extLst>
              <a:ext uri="{FF2B5EF4-FFF2-40B4-BE49-F238E27FC236}">
                <a16:creationId xmlns:a16="http://schemas.microsoft.com/office/drawing/2014/main" id="{8EFC5E03-295D-B2B7-9377-E893AA33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81" y="116635"/>
            <a:ext cx="8175380" cy="469925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6. </a:t>
            </a:r>
            <a:r>
              <a:rPr lang="ko-KR" altLang="en-US" dirty="0">
                <a:solidFill>
                  <a:schemeClr val="tx1"/>
                </a:solidFill>
              </a:rPr>
              <a:t>과제별 주의 사항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메일 발송 </a:t>
            </a:r>
            <a:r>
              <a:rPr lang="en-US" altLang="ko-KR" dirty="0">
                <a:solidFill>
                  <a:schemeClr val="tx1"/>
                </a:solidFill>
              </a:rPr>
              <a:t>HTML </a:t>
            </a:r>
            <a:r>
              <a:rPr lang="ko-KR" altLang="en-US" dirty="0">
                <a:solidFill>
                  <a:schemeClr val="tx1"/>
                </a:solidFill>
              </a:rPr>
              <a:t>양식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공통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Google Shape;93;p5">
            <a:extLst>
              <a:ext uri="{FF2B5EF4-FFF2-40B4-BE49-F238E27FC236}">
                <a16:creationId xmlns:a16="http://schemas.microsoft.com/office/drawing/2014/main" id="{5763C38D-9B37-8888-A682-902912FCA239}"/>
              </a:ext>
            </a:extLst>
          </p:cNvPr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4;p5">
            <a:extLst>
              <a:ext uri="{FF2B5EF4-FFF2-40B4-BE49-F238E27FC236}">
                <a16:creationId xmlns:a16="http://schemas.microsoft.com/office/drawing/2014/main" id="{33B7ADEB-ACDA-DC18-F803-D81140D18E13}"/>
              </a:ext>
            </a:extLst>
          </p:cNvPr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5;p5">
            <a:extLst>
              <a:ext uri="{FF2B5EF4-FFF2-40B4-BE49-F238E27FC236}">
                <a16:creationId xmlns:a16="http://schemas.microsoft.com/office/drawing/2014/main" id="{14A10B85-4D9B-9FDD-A367-968921B526E6}"/>
              </a:ext>
            </a:extLst>
          </p:cNvPr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PAD – </a:t>
            </a:r>
            <a:r>
              <a:rPr lang="en-US" altLang="ko-KR" sz="1292" dirty="0" err="1">
                <a:solidFill>
                  <a:schemeClr val="lt1"/>
                </a:solidFill>
                <a:ea typeface="Arial"/>
                <a:cs typeface="Arial"/>
                <a:sym typeface="Arial"/>
              </a:rPr>
              <a:t>Make_HTML</a:t>
            </a:r>
            <a:endParaRPr lang="en-US" altLang="ko-KR" sz="1292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9" name="Google Shape;97;p5">
            <a:extLst>
              <a:ext uri="{FF2B5EF4-FFF2-40B4-BE49-F238E27FC236}">
                <a16:creationId xmlns:a16="http://schemas.microsoft.com/office/drawing/2014/main" id="{AAD0FE22-B480-71C7-FA6D-47DF8C3CB132}"/>
              </a:ext>
            </a:extLst>
          </p:cNvPr>
          <p:cNvSpPr/>
          <p:nvPr/>
        </p:nvSpPr>
        <p:spPr>
          <a:xfrm>
            <a:off x="5614496" y="1166604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8;p5">
            <a:extLst>
              <a:ext uri="{FF2B5EF4-FFF2-40B4-BE49-F238E27FC236}">
                <a16:creationId xmlns:a16="http://schemas.microsoft.com/office/drawing/2014/main" id="{1175D604-FC13-A491-C06F-F09C5BBBFEC2}"/>
              </a:ext>
            </a:extLst>
          </p:cNvPr>
          <p:cNvSpPr/>
          <p:nvPr/>
        </p:nvSpPr>
        <p:spPr>
          <a:xfrm>
            <a:off x="5630444" y="3052340"/>
            <a:ext cx="3121016" cy="54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메일 발송 시 본문에 포함되는 </a:t>
            </a:r>
            <a:r>
              <a:rPr kumimoji="0" lang="en-US" altLang="ko-KR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HTML</a:t>
            </a: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에 결과 테이블을 생성하는 </a:t>
            </a:r>
            <a:r>
              <a:rPr kumimoji="0" lang="en-US" altLang="ko-KR" sz="1200" b="1" i="0" u="none" strike="noStrike" kern="0" cap="none" spc="0" normalizeH="0" baseline="0" dirty="0" err="1">
                <a:solidFill>
                  <a:srgbClr val="3A3838"/>
                </a:solidFill>
                <a:latin typeface="맑은 고딕"/>
                <a:ea typeface="맑은 고딕"/>
              </a:rPr>
              <a:t>Subflow</a:t>
            </a:r>
            <a:endParaRPr kumimoji="0" lang="en-US" altLang="ko-KR" sz="1200" b="1" i="0" u="none" strike="noStrike" kern="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57B3018-8CFE-8E32-40CF-3C416E54B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40" y="1666366"/>
            <a:ext cx="5041609" cy="413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178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사용자 지정 2">
      <a:majorFont>
        <a:latin typeface="Calibri Light"/>
        <a:ea typeface="나눔고딕"/>
        <a:cs typeface=""/>
      </a:majorFont>
      <a:minorFont>
        <a:latin typeface="Calibri"/>
        <a:ea typeface="nanumgothic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08F047F1979F34FA32708BA01D67F2A" ma:contentTypeVersion="7" ma:contentTypeDescription="새 문서를 만듭니다." ma:contentTypeScope="" ma:versionID="13448f7c77833144c2444158a1e5ed19">
  <xsd:schema xmlns:xsd="http://www.w3.org/2001/XMLSchema" xmlns:xs="http://www.w3.org/2001/XMLSchema" xmlns:p="http://schemas.microsoft.com/office/2006/metadata/properties" xmlns:ns2="d48992cd-3dcc-4b11-951a-5bfe06355218" targetNamespace="http://schemas.microsoft.com/office/2006/metadata/properties" ma:root="true" ma:fieldsID="e83133d9522a050f0d4460aaa721c87b" ns2:_="">
    <xsd:import namespace="d48992cd-3dcc-4b11-951a-5bfe063552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8992cd-3dcc-4b11-951a-5bfe063552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Length (seconds)" ma:internalName="MediaLengthInSeconds" ma:readOnly="true">
      <xsd:simpleType>
        <xsd:restriction base="dms:Unknown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A3A38A-D043-4435-A520-7FB8E8C142A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F89519-1F9F-4F5A-882B-922180E4670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EB64580-A08D-470A-919E-A472AE9E8F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8992cd-3dcc-4b11-951a-5bfe063552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7483</TotalTime>
  <Words>933</Words>
  <Application>Microsoft Office PowerPoint</Application>
  <PresentationFormat>화면 슬라이드 쇼(4:3)</PresentationFormat>
  <Paragraphs>244</Paragraphs>
  <Slides>22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1" baseType="lpstr">
      <vt:lpstr>HY헤드라인M</vt:lpstr>
      <vt:lpstr>Noto Sans Symbols</vt:lpstr>
      <vt:lpstr>나눔고딕 (제목)</vt:lpstr>
      <vt:lpstr>Malgun Gothic</vt:lpstr>
      <vt:lpstr>Malgun Gothic</vt:lpstr>
      <vt:lpstr>Arial</vt:lpstr>
      <vt:lpstr>Calibri</vt:lpstr>
      <vt:lpstr>Calibri Light</vt:lpstr>
      <vt:lpstr>Office Theme</vt:lpstr>
      <vt:lpstr>PowerPoint 프레젠테이션</vt:lpstr>
      <vt:lpstr>개정 이력</vt:lpstr>
      <vt:lpstr>목 차</vt:lpstr>
      <vt:lpstr>1. 스케줄 설정 및 수정 (1/6)</vt:lpstr>
      <vt:lpstr>1. 스케줄 설정 및 수정 (2/6)</vt:lpstr>
      <vt:lpstr>1. 스케줄 설정 및 수정 (3/6)</vt:lpstr>
      <vt:lpstr>1. 스케줄 설정 및 수정 (4/6)</vt:lpstr>
      <vt:lpstr>1. 스케줄 설정 및 수정 (5/6)</vt:lpstr>
      <vt:lpstr>1. 스케줄 설정 및 수정 (6/6)</vt:lpstr>
      <vt:lpstr>2. 수동 실행</vt:lpstr>
      <vt:lpstr>3. 프로세스 모니터링 (1/3)</vt:lpstr>
      <vt:lpstr>3. 프로세스 모니터링 (2/3)</vt:lpstr>
      <vt:lpstr>3. 프로세스 모니터링 (3/3)</vt:lpstr>
      <vt:lpstr>4. HR 업데이트 파일(기준정보)</vt:lpstr>
      <vt:lpstr>5. 이메일 수신인 변경</vt:lpstr>
      <vt:lpstr>6. 과제별 주의 사항 – 결과 파일 생성</vt:lpstr>
      <vt:lpstr>6. 과제별 주의 사항 – Init_Func 날짜 설정_주마감</vt:lpstr>
      <vt:lpstr>6. 과제별 주의 사항 – Init_Func 날짜 설정_월마감</vt:lpstr>
      <vt:lpstr>6. 과제별 주의 사항 – 30분 단위 근무 여부</vt:lpstr>
      <vt:lpstr>6. 과제별 주의 사항 – 메일 발송 HTML 양식(공통)</vt:lpstr>
      <vt:lpstr>6. 과제별 주의 사항 – 메일 발송 HTML 양식(공통)</vt:lpstr>
      <vt:lpstr>6. 과제별 주의 사항 – 메일 발송 HTML 양식(공통)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조성근(sunggeun cho)</dc:creator>
  <cp:lastModifiedBy>baetae3584@naver.com</cp:lastModifiedBy>
  <cp:revision>526</cp:revision>
  <dcterms:created xsi:type="dcterms:W3CDTF">2021-08-25T02:05:08Z</dcterms:created>
  <dcterms:modified xsi:type="dcterms:W3CDTF">2025-07-21T14:13:06Z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0x010100508F047F1979F34FA32708BA01D67F2A</vt:lpwstr>
  </property>
</Properties>
</file>