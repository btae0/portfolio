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8"/>
  </p:notesMasterIdLst>
  <p:sldIdLst>
    <p:sldId id="256" r:id="rId5"/>
    <p:sldId id="258" r:id="rId6"/>
    <p:sldId id="401" r:id="rId7"/>
    <p:sldId id="463" r:id="rId8"/>
    <p:sldId id="462" r:id="rId9"/>
    <p:sldId id="395" r:id="rId10"/>
    <p:sldId id="396" r:id="rId11"/>
    <p:sldId id="397" r:id="rId12"/>
    <p:sldId id="271" r:id="rId13"/>
    <p:sldId id="265" r:id="rId14"/>
    <p:sldId id="398" r:id="rId15"/>
    <p:sldId id="399" r:id="rId16"/>
    <p:sldId id="400" r:id="rId17"/>
    <p:sldId id="518" r:id="rId18"/>
    <p:sldId id="508" r:id="rId19"/>
    <p:sldId id="512" r:id="rId20"/>
    <p:sldId id="515" r:id="rId21"/>
    <p:sldId id="511" r:id="rId22"/>
    <p:sldId id="516" r:id="rId23"/>
    <p:sldId id="520" r:id="rId24"/>
    <p:sldId id="513" r:id="rId25"/>
    <p:sldId id="519" r:id="rId26"/>
    <p:sldId id="51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서준영" initials="서" lastIdx="1" clrIdx="0">
    <p:extLst>
      <p:ext uri="{19B8F6BF-5375-455C-9EA6-DF929625EA0E}">
        <p15:presenceInfo xmlns:p15="http://schemas.microsoft.com/office/powerpoint/2012/main" userId="서준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56ADCE-5A6C-4A95-B449-1F3CDFAF6A4B}" v="90" dt="2023-09-20T10:58:56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53" autoAdjust="0"/>
  </p:normalViewPr>
  <p:slideViewPr>
    <p:cSldViewPr snapToGrid="0">
      <p:cViewPr>
        <p:scale>
          <a:sx n="100" d="100"/>
          <a:sy n="100" d="100"/>
        </p:scale>
        <p:origin x="19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배태영" userId="be9a5283-3ed4-4bd6-abd0-dc7f144428ca" providerId="ADAL" clId="{9756ADCE-5A6C-4A95-B449-1F3CDFAF6A4B}"/>
    <pc:docChg chg="undo custSel addSld delSld modSld sldOrd">
      <pc:chgData name="배태영" userId="be9a5283-3ed4-4bd6-abd0-dc7f144428ca" providerId="ADAL" clId="{9756ADCE-5A6C-4A95-B449-1F3CDFAF6A4B}" dt="2023-09-22T07:03:55.120" v="1928" actId="20577"/>
      <pc:docMkLst>
        <pc:docMk/>
      </pc:docMkLst>
      <pc:sldChg chg="modSp mod">
        <pc:chgData name="배태영" userId="be9a5283-3ed4-4bd6-abd0-dc7f144428ca" providerId="ADAL" clId="{9756ADCE-5A6C-4A95-B449-1F3CDFAF6A4B}" dt="2023-09-20T07:37:37.089" v="75"/>
        <pc:sldMkLst>
          <pc:docMk/>
          <pc:sldMk cId="0" sldId="256"/>
        </pc:sldMkLst>
        <pc:spChg chg="mod">
          <ac:chgData name="배태영" userId="be9a5283-3ed4-4bd6-abd0-dc7f144428ca" providerId="ADAL" clId="{9756ADCE-5A6C-4A95-B449-1F3CDFAF6A4B}" dt="2023-09-20T07:37:37.089" v="75"/>
          <ac:spMkLst>
            <pc:docMk/>
            <pc:sldMk cId="0" sldId="256"/>
            <ac:spMk id="32" creationId="{00000000-0000-0000-0000-000000000000}"/>
          </ac:spMkLst>
        </pc:spChg>
      </pc:sldChg>
      <pc:sldChg chg="modSp mod">
        <pc:chgData name="배태영" userId="be9a5283-3ed4-4bd6-abd0-dc7f144428ca" providerId="ADAL" clId="{9756ADCE-5A6C-4A95-B449-1F3CDFAF6A4B}" dt="2023-09-20T07:37:54.546" v="97"/>
        <pc:sldMkLst>
          <pc:docMk/>
          <pc:sldMk cId="2707042650" sldId="258"/>
        </pc:sldMkLst>
        <pc:graphicFrameChg chg="mod modGraphic">
          <ac:chgData name="배태영" userId="be9a5283-3ed4-4bd6-abd0-dc7f144428ca" providerId="ADAL" clId="{9756ADCE-5A6C-4A95-B449-1F3CDFAF6A4B}" dt="2023-09-20T07:37:54.546" v="97"/>
          <ac:graphicFrameMkLst>
            <pc:docMk/>
            <pc:sldMk cId="2707042650" sldId="258"/>
            <ac:graphicFrameMk id="77" creationId="{00000000-0000-0000-0000-000000000000}"/>
          </ac:graphicFrameMkLst>
        </pc:graphicFrameChg>
      </pc:sldChg>
      <pc:sldChg chg="modSp mod">
        <pc:chgData name="배태영" userId="be9a5283-3ed4-4bd6-abd0-dc7f144428ca" providerId="ADAL" clId="{9756ADCE-5A6C-4A95-B449-1F3CDFAF6A4B}" dt="2023-09-20T07:45:39.291" v="173" actId="1076"/>
        <pc:sldMkLst>
          <pc:docMk/>
          <pc:sldMk cId="1838767455" sldId="265"/>
        </pc:sldMkLst>
        <pc:spChg chg="mod">
          <ac:chgData name="배태영" userId="be9a5283-3ed4-4bd6-abd0-dc7f144428ca" providerId="ADAL" clId="{9756ADCE-5A6C-4A95-B449-1F3CDFAF6A4B}" dt="2023-09-20T07:45:39.291" v="173" actId="1076"/>
          <ac:spMkLst>
            <pc:docMk/>
            <pc:sldMk cId="1838767455" sldId="265"/>
            <ac:spMk id="12" creationId="{00000000-0000-0000-0000-000000000000}"/>
          </ac:spMkLst>
        </pc:spChg>
      </pc:sldChg>
      <pc:sldChg chg="modSp mod">
        <pc:chgData name="배태영" userId="be9a5283-3ed4-4bd6-abd0-dc7f144428ca" providerId="ADAL" clId="{9756ADCE-5A6C-4A95-B449-1F3CDFAF6A4B}" dt="2023-09-20T07:45:29.437" v="172" actId="1076"/>
        <pc:sldMkLst>
          <pc:docMk/>
          <pc:sldMk cId="545456909" sldId="271"/>
        </pc:sldMkLst>
        <pc:spChg chg="mod">
          <ac:chgData name="배태영" userId="be9a5283-3ed4-4bd6-abd0-dc7f144428ca" providerId="ADAL" clId="{9756ADCE-5A6C-4A95-B449-1F3CDFAF6A4B}" dt="2023-09-20T07:45:29.437" v="172" actId="1076"/>
          <ac:spMkLst>
            <pc:docMk/>
            <pc:sldMk cId="545456909" sldId="271"/>
            <ac:spMk id="12" creationId="{00000000-0000-0000-0000-000000000000}"/>
          </ac:spMkLst>
        </pc:spChg>
      </pc:sldChg>
      <pc:sldChg chg="modSp mod">
        <pc:chgData name="배태영" userId="be9a5283-3ed4-4bd6-abd0-dc7f144428ca" providerId="ADAL" clId="{9756ADCE-5A6C-4A95-B449-1F3CDFAF6A4B}" dt="2023-09-20T07:45:11.292" v="169" actId="1076"/>
        <pc:sldMkLst>
          <pc:docMk/>
          <pc:sldMk cId="2659268105" sldId="395"/>
        </pc:sldMkLst>
        <pc:spChg chg="mod">
          <ac:chgData name="배태영" userId="be9a5283-3ed4-4bd6-abd0-dc7f144428ca" providerId="ADAL" clId="{9756ADCE-5A6C-4A95-B449-1F3CDFAF6A4B}" dt="2023-09-20T07:45:11.292" v="169" actId="1076"/>
          <ac:spMkLst>
            <pc:docMk/>
            <pc:sldMk cId="2659268105" sldId="395"/>
            <ac:spMk id="12" creationId="{00000000-0000-0000-0000-000000000000}"/>
          </ac:spMkLst>
        </pc:spChg>
      </pc:sldChg>
      <pc:sldChg chg="modSp mod">
        <pc:chgData name="배태영" userId="be9a5283-3ed4-4bd6-abd0-dc7f144428ca" providerId="ADAL" clId="{9756ADCE-5A6C-4A95-B449-1F3CDFAF6A4B}" dt="2023-09-20T07:45:15.403" v="170" actId="1076"/>
        <pc:sldMkLst>
          <pc:docMk/>
          <pc:sldMk cId="1262863477" sldId="396"/>
        </pc:sldMkLst>
        <pc:spChg chg="mod">
          <ac:chgData name="배태영" userId="be9a5283-3ed4-4bd6-abd0-dc7f144428ca" providerId="ADAL" clId="{9756ADCE-5A6C-4A95-B449-1F3CDFAF6A4B}" dt="2023-09-20T07:45:15.403" v="170" actId="1076"/>
          <ac:spMkLst>
            <pc:docMk/>
            <pc:sldMk cId="1262863477" sldId="396"/>
            <ac:spMk id="12" creationId="{00000000-0000-0000-0000-000000000000}"/>
          </ac:spMkLst>
        </pc:spChg>
        <pc:spChg chg="mod">
          <ac:chgData name="배태영" userId="be9a5283-3ed4-4bd6-abd0-dc7f144428ca" providerId="ADAL" clId="{9756ADCE-5A6C-4A95-B449-1F3CDFAF6A4B}" dt="2023-09-20T07:44:34.144" v="149" actId="14100"/>
          <ac:spMkLst>
            <pc:docMk/>
            <pc:sldMk cId="1262863477" sldId="396"/>
            <ac:spMk id="17" creationId="{00000000-0000-0000-0000-000000000000}"/>
          </ac:spMkLst>
        </pc:spChg>
        <pc:picChg chg="mod">
          <ac:chgData name="배태영" userId="be9a5283-3ed4-4bd6-abd0-dc7f144428ca" providerId="ADAL" clId="{9756ADCE-5A6C-4A95-B449-1F3CDFAF6A4B}" dt="2023-09-20T07:44:32.346" v="145" actId="1076"/>
          <ac:picMkLst>
            <pc:docMk/>
            <pc:sldMk cId="1262863477" sldId="396"/>
            <ac:picMk id="5" creationId="{EA824D61-3AE0-60CC-0B64-9A23094ED486}"/>
          </ac:picMkLst>
        </pc:picChg>
      </pc:sldChg>
      <pc:sldChg chg="modSp mod">
        <pc:chgData name="배태영" userId="be9a5283-3ed4-4bd6-abd0-dc7f144428ca" providerId="ADAL" clId="{9756ADCE-5A6C-4A95-B449-1F3CDFAF6A4B}" dt="2023-09-20T07:45:19.985" v="171" actId="1076"/>
        <pc:sldMkLst>
          <pc:docMk/>
          <pc:sldMk cId="4085919920" sldId="397"/>
        </pc:sldMkLst>
        <pc:spChg chg="mod">
          <ac:chgData name="배태영" userId="be9a5283-3ed4-4bd6-abd0-dc7f144428ca" providerId="ADAL" clId="{9756ADCE-5A6C-4A95-B449-1F3CDFAF6A4B}" dt="2023-09-20T07:45:19.985" v="171" actId="1076"/>
          <ac:spMkLst>
            <pc:docMk/>
            <pc:sldMk cId="4085919920" sldId="397"/>
            <ac:spMk id="12" creationId="{00000000-0000-0000-0000-000000000000}"/>
          </ac:spMkLst>
        </pc:spChg>
        <pc:spChg chg="mod">
          <ac:chgData name="배태영" userId="be9a5283-3ed4-4bd6-abd0-dc7f144428ca" providerId="ADAL" clId="{9756ADCE-5A6C-4A95-B449-1F3CDFAF6A4B}" dt="2023-09-20T07:44:36.639" v="153" actId="1076"/>
          <ac:spMkLst>
            <pc:docMk/>
            <pc:sldMk cId="4085919920" sldId="397"/>
            <ac:spMk id="17" creationId="{00000000-0000-0000-0000-000000000000}"/>
          </ac:spMkLst>
        </pc:spChg>
      </pc:sldChg>
      <pc:sldChg chg="modSp mod">
        <pc:chgData name="배태영" userId="be9a5283-3ed4-4bd6-abd0-dc7f144428ca" providerId="ADAL" clId="{9756ADCE-5A6C-4A95-B449-1F3CDFAF6A4B}" dt="2023-09-20T07:45:48.234" v="174" actId="1076"/>
        <pc:sldMkLst>
          <pc:docMk/>
          <pc:sldMk cId="3261137175" sldId="398"/>
        </pc:sldMkLst>
        <pc:spChg chg="mod">
          <ac:chgData name="배태영" userId="be9a5283-3ed4-4bd6-abd0-dc7f144428ca" providerId="ADAL" clId="{9756ADCE-5A6C-4A95-B449-1F3CDFAF6A4B}" dt="2023-09-20T07:45:48.234" v="174" actId="1076"/>
          <ac:spMkLst>
            <pc:docMk/>
            <pc:sldMk cId="3261137175" sldId="398"/>
            <ac:spMk id="12" creationId="{00000000-0000-0000-0000-000000000000}"/>
          </ac:spMkLst>
        </pc:spChg>
      </pc:sldChg>
      <pc:sldChg chg="modSp mod">
        <pc:chgData name="배태영" userId="be9a5283-3ed4-4bd6-abd0-dc7f144428ca" providerId="ADAL" clId="{9756ADCE-5A6C-4A95-B449-1F3CDFAF6A4B}" dt="2023-09-20T07:45:59.052" v="175" actId="1076"/>
        <pc:sldMkLst>
          <pc:docMk/>
          <pc:sldMk cId="2666121743" sldId="399"/>
        </pc:sldMkLst>
        <pc:spChg chg="mod">
          <ac:chgData name="배태영" userId="be9a5283-3ed4-4bd6-abd0-dc7f144428ca" providerId="ADAL" clId="{9756ADCE-5A6C-4A95-B449-1F3CDFAF6A4B}" dt="2023-09-20T07:45:59.052" v="175" actId="1076"/>
          <ac:spMkLst>
            <pc:docMk/>
            <pc:sldMk cId="2666121743" sldId="399"/>
            <ac:spMk id="12" creationId="{00000000-0000-0000-0000-000000000000}"/>
          </ac:spMkLst>
        </pc:spChg>
      </pc:sldChg>
      <pc:sldChg chg="modSp mod">
        <pc:chgData name="배태영" userId="be9a5283-3ed4-4bd6-abd0-dc7f144428ca" providerId="ADAL" clId="{9756ADCE-5A6C-4A95-B449-1F3CDFAF6A4B}" dt="2023-09-20T07:46:20" v="176" actId="1076"/>
        <pc:sldMkLst>
          <pc:docMk/>
          <pc:sldMk cId="3520270174" sldId="400"/>
        </pc:sldMkLst>
        <pc:spChg chg="mod">
          <ac:chgData name="배태영" userId="be9a5283-3ed4-4bd6-abd0-dc7f144428ca" providerId="ADAL" clId="{9756ADCE-5A6C-4A95-B449-1F3CDFAF6A4B}" dt="2023-09-20T07:46:20" v="176" actId="1076"/>
          <ac:spMkLst>
            <pc:docMk/>
            <pc:sldMk cId="3520270174" sldId="400"/>
            <ac:spMk id="12" creationId="{00000000-0000-0000-0000-000000000000}"/>
          </ac:spMkLst>
        </pc:spChg>
      </pc:sldChg>
      <pc:sldChg chg="modSp mod">
        <pc:chgData name="배태영" userId="be9a5283-3ed4-4bd6-abd0-dc7f144428ca" providerId="ADAL" clId="{9756ADCE-5A6C-4A95-B449-1F3CDFAF6A4B}" dt="2023-09-20T07:45:06.645" v="168" actId="1076"/>
        <pc:sldMkLst>
          <pc:docMk/>
          <pc:sldMk cId="636050176" sldId="462"/>
        </pc:sldMkLst>
        <pc:spChg chg="mod">
          <ac:chgData name="배태영" userId="be9a5283-3ed4-4bd6-abd0-dc7f144428ca" providerId="ADAL" clId="{9756ADCE-5A6C-4A95-B449-1F3CDFAF6A4B}" dt="2023-09-20T07:45:06.645" v="168" actId="1076"/>
          <ac:spMkLst>
            <pc:docMk/>
            <pc:sldMk cId="636050176" sldId="462"/>
            <ac:spMk id="12" creationId="{00000000-0000-0000-0000-000000000000}"/>
          </ac:spMkLst>
        </pc:spChg>
        <pc:picChg chg="mod">
          <ac:chgData name="배태영" userId="be9a5283-3ed4-4bd6-abd0-dc7f144428ca" providerId="ADAL" clId="{9756ADCE-5A6C-4A95-B449-1F3CDFAF6A4B}" dt="2023-09-20T07:41:22.048" v="124" actId="1076"/>
          <ac:picMkLst>
            <pc:docMk/>
            <pc:sldMk cId="636050176" sldId="462"/>
            <ac:picMk id="11" creationId="{833FE85A-09FA-4947-A38B-D48D20DE521E}"/>
          </ac:picMkLst>
        </pc:picChg>
      </pc:sldChg>
      <pc:sldChg chg="delSp modSp mod">
        <pc:chgData name="배태영" userId="be9a5283-3ed4-4bd6-abd0-dc7f144428ca" providerId="ADAL" clId="{9756ADCE-5A6C-4A95-B449-1F3CDFAF6A4B}" dt="2023-09-20T07:44:57.458" v="167" actId="1076"/>
        <pc:sldMkLst>
          <pc:docMk/>
          <pc:sldMk cId="2630741377" sldId="463"/>
        </pc:sldMkLst>
        <pc:spChg chg="mod">
          <ac:chgData name="배태영" userId="be9a5283-3ed4-4bd6-abd0-dc7f144428ca" providerId="ADAL" clId="{9756ADCE-5A6C-4A95-B449-1F3CDFAF6A4B}" dt="2023-09-20T07:44:44.930" v="166" actId="14100"/>
          <ac:spMkLst>
            <pc:docMk/>
            <pc:sldMk cId="2630741377" sldId="463"/>
            <ac:spMk id="5" creationId="{5B1724B9-F25A-4910-B89E-D38831741E03}"/>
          </ac:spMkLst>
        </pc:spChg>
        <pc:spChg chg="mod">
          <ac:chgData name="배태영" userId="be9a5283-3ed4-4bd6-abd0-dc7f144428ca" providerId="ADAL" clId="{9756ADCE-5A6C-4A95-B449-1F3CDFAF6A4B}" dt="2023-09-20T07:44:43.130" v="162" actId="14100"/>
          <ac:spMkLst>
            <pc:docMk/>
            <pc:sldMk cId="2630741377" sldId="463"/>
            <ac:spMk id="9" creationId="{00000000-0000-0000-0000-000000000000}"/>
          </ac:spMkLst>
        </pc:spChg>
        <pc:spChg chg="mod">
          <ac:chgData name="배태영" userId="be9a5283-3ed4-4bd6-abd0-dc7f144428ca" providerId="ADAL" clId="{9756ADCE-5A6C-4A95-B449-1F3CDFAF6A4B}" dt="2023-09-20T07:44:57.458" v="167" actId="1076"/>
          <ac:spMkLst>
            <pc:docMk/>
            <pc:sldMk cId="2630741377" sldId="463"/>
            <ac:spMk id="12" creationId="{00000000-0000-0000-0000-000000000000}"/>
          </ac:spMkLst>
        </pc:spChg>
        <pc:picChg chg="del">
          <ac:chgData name="배태영" userId="be9a5283-3ed4-4bd6-abd0-dc7f144428ca" providerId="ADAL" clId="{9756ADCE-5A6C-4A95-B449-1F3CDFAF6A4B}" dt="2023-09-20T07:40:04.133" v="98" actId="478"/>
          <ac:picMkLst>
            <pc:docMk/>
            <pc:sldMk cId="2630741377" sldId="463"/>
            <ac:picMk id="4" creationId="{8092119C-74D4-82D3-D0AE-E9AE925F3B41}"/>
          </ac:picMkLst>
        </pc:picChg>
      </pc:sldChg>
      <pc:sldChg chg="addSp delSp modSp mod">
        <pc:chgData name="배태영" userId="be9a5283-3ed4-4bd6-abd0-dc7f144428ca" providerId="ADAL" clId="{9756ADCE-5A6C-4A95-B449-1F3CDFAF6A4B}" dt="2023-09-22T07:03:28.963" v="1916" actId="20577"/>
        <pc:sldMkLst>
          <pc:docMk/>
          <pc:sldMk cId="2627588227" sldId="508"/>
        </pc:sldMkLst>
        <pc:spChg chg="mod">
          <ac:chgData name="배태영" userId="be9a5283-3ed4-4bd6-abd0-dc7f144428ca" providerId="ADAL" clId="{9756ADCE-5A6C-4A95-B449-1F3CDFAF6A4B}" dt="2023-09-22T07:03:28.963" v="1916" actId="20577"/>
          <ac:spMkLst>
            <pc:docMk/>
            <pc:sldMk cId="2627588227" sldId="508"/>
            <ac:spMk id="3" creationId="{00000000-0000-0000-0000-000000000000}"/>
          </ac:spMkLst>
        </pc:spChg>
        <pc:spChg chg="add del mod">
          <ac:chgData name="배태영" userId="be9a5283-3ed4-4bd6-abd0-dc7f144428ca" providerId="ADAL" clId="{9756ADCE-5A6C-4A95-B449-1F3CDFAF6A4B}" dt="2023-09-20T07:51:16.810" v="250"/>
          <ac:spMkLst>
            <pc:docMk/>
            <pc:sldMk cId="2627588227" sldId="508"/>
            <ac:spMk id="11" creationId="{44A1650B-70B5-B09E-C7C7-A2102170E8C8}"/>
          </ac:spMkLst>
        </pc:spChg>
        <pc:spChg chg="mod">
          <ac:chgData name="배태영" userId="be9a5283-3ed4-4bd6-abd0-dc7f144428ca" providerId="ADAL" clId="{9756ADCE-5A6C-4A95-B449-1F3CDFAF6A4B}" dt="2023-09-20T07:46:27.690" v="177" actId="1076"/>
          <ac:spMkLst>
            <pc:docMk/>
            <pc:sldMk cId="2627588227" sldId="508"/>
            <ac:spMk id="12" creationId="{00000000-0000-0000-0000-000000000000}"/>
          </ac:spMkLst>
        </pc:spChg>
        <pc:spChg chg="add mod">
          <ac:chgData name="배태영" userId="be9a5283-3ed4-4bd6-abd0-dc7f144428ca" providerId="ADAL" clId="{9756ADCE-5A6C-4A95-B449-1F3CDFAF6A4B}" dt="2023-09-20T07:51:32.748" v="256" actId="14100"/>
          <ac:spMkLst>
            <pc:docMk/>
            <pc:sldMk cId="2627588227" sldId="508"/>
            <ac:spMk id="15" creationId="{4C5EF1DF-29B0-5D82-7621-9D60B796B34A}"/>
          </ac:spMkLst>
        </pc:spChg>
        <pc:spChg chg="add mod">
          <ac:chgData name="배태영" userId="be9a5283-3ed4-4bd6-abd0-dc7f144428ca" providerId="ADAL" clId="{9756ADCE-5A6C-4A95-B449-1F3CDFAF6A4B}" dt="2023-09-20T07:51:53.596" v="262" actId="14100"/>
          <ac:spMkLst>
            <pc:docMk/>
            <pc:sldMk cId="2627588227" sldId="508"/>
            <ac:spMk id="16" creationId="{1C3CEB93-3CB9-D8D7-013C-AADB3C465847}"/>
          </ac:spMkLst>
        </pc:spChg>
        <pc:spChg chg="add del mod">
          <ac:chgData name="배태영" userId="be9a5283-3ed4-4bd6-abd0-dc7f144428ca" providerId="ADAL" clId="{9756ADCE-5A6C-4A95-B449-1F3CDFAF6A4B}" dt="2023-09-20T07:52:27.549" v="271" actId="1076"/>
          <ac:spMkLst>
            <pc:docMk/>
            <pc:sldMk cId="2627588227" sldId="508"/>
            <ac:spMk id="17" creationId="{02149351-4DB9-C614-B823-F6FBB3515B16}"/>
          </ac:spMkLst>
        </pc:spChg>
        <pc:spChg chg="add mod">
          <ac:chgData name="배태영" userId="be9a5283-3ed4-4bd6-abd0-dc7f144428ca" providerId="ADAL" clId="{9756ADCE-5A6C-4A95-B449-1F3CDFAF6A4B}" dt="2023-09-20T07:52:29.840" v="273" actId="20577"/>
          <ac:spMkLst>
            <pc:docMk/>
            <pc:sldMk cId="2627588227" sldId="508"/>
            <ac:spMk id="18" creationId="{6C344E88-78E9-2EDB-0ED7-CCAF48CB7FA0}"/>
          </ac:spMkLst>
        </pc:spChg>
        <pc:spChg chg="add mod">
          <ac:chgData name="배태영" userId="be9a5283-3ed4-4bd6-abd0-dc7f144428ca" providerId="ADAL" clId="{9756ADCE-5A6C-4A95-B449-1F3CDFAF6A4B}" dt="2023-09-20T07:55:00.008" v="489" actId="20577"/>
          <ac:spMkLst>
            <pc:docMk/>
            <pc:sldMk cId="2627588227" sldId="508"/>
            <ac:spMk id="19" creationId="{1782F1EF-2E80-71BC-B7E1-125BF35A0614}"/>
          </ac:spMkLst>
        </pc:spChg>
        <pc:spChg chg="mod">
          <ac:chgData name="배태영" userId="be9a5283-3ed4-4bd6-abd0-dc7f144428ca" providerId="ADAL" clId="{9756ADCE-5A6C-4A95-B449-1F3CDFAF6A4B}" dt="2023-09-20T07:54:35.419" v="439" actId="5793"/>
          <ac:spMkLst>
            <pc:docMk/>
            <pc:sldMk cId="2627588227" sldId="508"/>
            <ac:spMk id="23" creationId="{60CDDB7C-C1D9-7D3D-EEDC-52E31B444E72}"/>
          </ac:spMkLst>
        </pc:spChg>
        <pc:picChg chg="del">
          <ac:chgData name="배태영" userId="be9a5283-3ed4-4bd6-abd0-dc7f144428ca" providerId="ADAL" clId="{9756ADCE-5A6C-4A95-B449-1F3CDFAF6A4B}" dt="2023-09-20T07:49:29.244" v="185" actId="478"/>
          <ac:picMkLst>
            <pc:docMk/>
            <pc:sldMk cId="2627588227" sldId="508"/>
            <ac:picMk id="4" creationId="{ABE1593A-7C99-5F01-7A7D-7821E510306E}"/>
          </ac:picMkLst>
        </pc:picChg>
        <pc:picChg chg="add del mod">
          <ac:chgData name="배태영" userId="be9a5283-3ed4-4bd6-abd0-dc7f144428ca" providerId="ADAL" clId="{9756ADCE-5A6C-4A95-B449-1F3CDFAF6A4B}" dt="2023-09-20T07:48:57.090" v="182" actId="478"/>
          <ac:picMkLst>
            <pc:docMk/>
            <pc:sldMk cId="2627588227" sldId="508"/>
            <ac:picMk id="5" creationId="{AB8A6828-C04F-E776-F584-55EC3758D282}"/>
          </ac:picMkLst>
        </pc:picChg>
        <pc:picChg chg="add mod">
          <ac:chgData name="배태영" userId="be9a5283-3ed4-4bd6-abd0-dc7f144428ca" providerId="ADAL" clId="{9756ADCE-5A6C-4A95-B449-1F3CDFAF6A4B}" dt="2023-09-20T07:51:22.936" v="253" actId="1076"/>
          <ac:picMkLst>
            <pc:docMk/>
            <pc:sldMk cId="2627588227" sldId="508"/>
            <ac:picMk id="7" creationId="{E12934A7-3DA9-DF15-C93B-0D6A5FDA2170}"/>
          </ac:picMkLst>
        </pc:picChg>
        <pc:picChg chg="add mod">
          <ac:chgData name="배태영" userId="be9a5283-3ed4-4bd6-abd0-dc7f144428ca" providerId="ADAL" clId="{9756ADCE-5A6C-4A95-B449-1F3CDFAF6A4B}" dt="2023-09-20T07:51:16.331" v="248" actId="14100"/>
          <ac:picMkLst>
            <pc:docMk/>
            <pc:sldMk cId="2627588227" sldId="508"/>
            <ac:picMk id="14" creationId="{4CE65A79-EE13-E226-C948-6788E66CBB8D}"/>
          </ac:picMkLst>
        </pc:picChg>
      </pc:sldChg>
      <pc:sldChg chg="del">
        <pc:chgData name="배태영" userId="be9a5283-3ed4-4bd6-abd0-dc7f144428ca" providerId="ADAL" clId="{9756ADCE-5A6C-4A95-B449-1F3CDFAF6A4B}" dt="2023-09-20T10:59:15.379" v="1251" actId="47"/>
        <pc:sldMkLst>
          <pc:docMk/>
          <pc:sldMk cId="605759670" sldId="509"/>
        </pc:sldMkLst>
      </pc:sldChg>
      <pc:sldChg chg="del">
        <pc:chgData name="배태영" userId="be9a5283-3ed4-4bd6-abd0-dc7f144428ca" providerId="ADAL" clId="{9756ADCE-5A6C-4A95-B449-1F3CDFAF6A4B}" dt="2023-09-20T10:59:15.379" v="1251" actId="47"/>
        <pc:sldMkLst>
          <pc:docMk/>
          <pc:sldMk cId="4117618955" sldId="510"/>
        </pc:sldMkLst>
      </pc:sldChg>
      <pc:sldChg chg="addSp delSp modSp mod">
        <pc:chgData name="배태영" userId="be9a5283-3ed4-4bd6-abd0-dc7f144428ca" providerId="ADAL" clId="{9756ADCE-5A6C-4A95-B449-1F3CDFAF6A4B}" dt="2023-09-22T07:03:46.404" v="1922" actId="20577"/>
        <pc:sldMkLst>
          <pc:docMk/>
          <pc:sldMk cId="2937425800" sldId="511"/>
        </pc:sldMkLst>
        <pc:spChg chg="mod">
          <ac:chgData name="배태영" userId="be9a5283-3ed4-4bd6-abd0-dc7f144428ca" providerId="ADAL" clId="{9756ADCE-5A6C-4A95-B449-1F3CDFAF6A4B}" dt="2023-09-22T07:03:46.404" v="1922" actId="20577"/>
          <ac:spMkLst>
            <pc:docMk/>
            <pc:sldMk cId="2937425800" sldId="511"/>
            <ac:spMk id="6" creationId="{8EFC5E03-295D-B2B7-9377-E893AA33566C}"/>
          </ac:spMkLst>
        </pc:spChg>
        <pc:spChg chg="mod">
          <ac:chgData name="배태영" userId="be9a5283-3ed4-4bd6-abd0-dc7f144428ca" providerId="ADAL" clId="{9756ADCE-5A6C-4A95-B449-1F3CDFAF6A4B}" dt="2023-09-20T10:52:26.915" v="965"/>
          <ac:spMkLst>
            <pc:docMk/>
            <pc:sldMk cId="2937425800" sldId="511"/>
            <ac:spMk id="8" creationId="{14A10B85-4D9B-9FDD-A367-968921B526E6}"/>
          </ac:spMkLst>
        </pc:spChg>
        <pc:spChg chg="mod">
          <ac:chgData name="배태영" userId="be9a5283-3ed4-4bd6-abd0-dc7f144428ca" providerId="ADAL" clId="{9756ADCE-5A6C-4A95-B449-1F3CDFAF6A4B}" dt="2023-09-20T07:57:01.609" v="490" actId="1076"/>
          <ac:spMkLst>
            <pc:docMk/>
            <pc:sldMk cId="2937425800" sldId="511"/>
            <ac:spMk id="9" creationId="{AAD0FE22-B480-71C7-FA6D-47DF8C3CB132}"/>
          </ac:spMkLst>
        </pc:spChg>
        <pc:spChg chg="mod">
          <ac:chgData name="배태영" userId="be9a5283-3ed4-4bd6-abd0-dc7f144428ca" providerId="ADAL" clId="{9756ADCE-5A6C-4A95-B449-1F3CDFAF6A4B}" dt="2023-09-20T09:21:06.440" v="645" actId="14100"/>
          <ac:spMkLst>
            <pc:docMk/>
            <pc:sldMk cId="2937425800" sldId="511"/>
            <ac:spMk id="10" creationId="{1175D604-FC13-A491-C06F-F09C5BBBFEC2}"/>
          </ac:spMkLst>
        </pc:spChg>
        <pc:spChg chg="add del">
          <ac:chgData name="배태영" userId="be9a5283-3ed4-4bd6-abd0-dc7f144428ca" providerId="ADAL" clId="{9756ADCE-5A6C-4A95-B449-1F3CDFAF6A4B}" dt="2023-09-20T08:22:43.183" v="515" actId="22"/>
          <ac:spMkLst>
            <pc:docMk/>
            <pc:sldMk cId="2937425800" sldId="511"/>
            <ac:spMk id="11" creationId="{078FA688-405A-91B5-FFE7-8D521CF01DF8}"/>
          </ac:spMkLst>
        </pc:spChg>
        <pc:spChg chg="add del mod">
          <ac:chgData name="배태영" userId="be9a5283-3ed4-4bd6-abd0-dc7f144428ca" providerId="ADAL" clId="{9756ADCE-5A6C-4A95-B449-1F3CDFAF6A4B}" dt="2023-09-20T10:55:50.764" v="1083"/>
          <ac:spMkLst>
            <pc:docMk/>
            <pc:sldMk cId="2937425800" sldId="511"/>
            <ac:spMk id="16" creationId="{FCA54874-7871-4A4A-43E4-4373FDA19F04}"/>
          </ac:spMkLst>
        </pc:spChg>
        <pc:spChg chg="mod ord">
          <ac:chgData name="배태영" userId="be9a5283-3ed4-4bd6-abd0-dc7f144428ca" providerId="ADAL" clId="{9756ADCE-5A6C-4A95-B449-1F3CDFAF6A4B}" dt="2023-09-20T09:09:33.895" v="569" actId="14100"/>
          <ac:spMkLst>
            <pc:docMk/>
            <pc:sldMk cId="2937425800" sldId="511"/>
            <ac:spMk id="19" creationId="{5A1E5E85-E42A-E78C-549B-75C4A2740E95}"/>
          </ac:spMkLst>
        </pc:spChg>
        <pc:picChg chg="add del mod">
          <ac:chgData name="배태영" userId="be9a5283-3ed4-4bd6-abd0-dc7f144428ca" providerId="ADAL" clId="{9756ADCE-5A6C-4A95-B449-1F3CDFAF6A4B}" dt="2023-09-20T08:22:40.623" v="513" actId="478"/>
          <ac:picMkLst>
            <pc:docMk/>
            <pc:sldMk cId="2937425800" sldId="511"/>
            <ac:picMk id="3" creationId="{03C5593C-E04E-F4F3-F362-8AA80D84B1F9}"/>
          </ac:picMkLst>
        </pc:picChg>
        <pc:picChg chg="add del mod ord">
          <ac:chgData name="배태영" userId="be9a5283-3ed4-4bd6-abd0-dc7f144428ca" providerId="ADAL" clId="{9756ADCE-5A6C-4A95-B449-1F3CDFAF6A4B}" dt="2023-09-20T09:09:10.530" v="541" actId="478"/>
          <ac:picMkLst>
            <pc:docMk/>
            <pc:sldMk cId="2937425800" sldId="511"/>
            <ac:picMk id="13" creationId="{D4AADF64-D9ED-9DCB-D8E6-9A8DB9B28D8B}"/>
          </ac:picMkLst>
        </pc:picChg>
        <pc:picChg chg="add mod ord">
          <ac:chgData name="배태영" userId="be9a5283-3ed4-4bd6-abd0-dc7f144428ca" providerId="ADAL" clId="{9756ADCE-5A6C-4A95-B449-1F3CDFAF6A4B}" dt="2023-09-20T09:09:26.262" v="567" actId="167"/>
          <ac:picMkLst>
            <pc:docMk/>
            <pc:sldMk cId="2937425800" sldId="511"/>
            <ac:picMk id="15" creationId="{45D0B2EB-BDDE-DC3F-161F-FE10E6E19063}"/>
          </ac:picMkLst>
        </pc:picChg>
        <pc:picChg chg="del">
          <ac:chgData name="배태영" userId="be9a5283-3ed4-4bd6-abd0-dc7f144428ca" providerId="ADAL" clId="{9756ADCE-5A6C-4A95-B449-1F3CDFAF6A4B}" dt="2023-09-20T08:11:10.555" v="491" actId="478"/>
          <ac:picMkLst>
            <pc:docMk/>
            <pc:sldMk cId="2937425800" sldId="511"/>
            <ac:picMk id="17" creationId="{C965954D-2D5D-8255-7E5F-9FA4E8ACCDDF}"/>
          </ac:picMkLst>
        </pc:picChg>
      </pc:sldChg>
      <pc:sldChg chg="addSp delSp modSp mod ord">
        <pc:chgData name="배태영" userId="be9a5283-3ed4-4bd6-abd0-dc7f144428ca" providerId="ADAL" clId="{9756ADCE-5A6C-4A95-B449-1F3CDFAF6A4B}" dt="2023-09-22T07:03:32.921" v="1918" actId="20577"/>
        <pc:sldMkLst>
          <pc:docMk/>
          <pc:sldMk cId="2075888585" sldId="512"/>
        </pc:sldMkLst>
        <pc:spChg chg="mod">
          <ac:chgData name="배태영" userId="be9a5283-3ed4-4bd6-abd0-dc7f144428ca" providerId="ADAL" clId="{9756ADCE-5A6C-4A95-B449-1F3CDFAF6A4B}" dt="2023-09-22T07:03:32.921" v="1918" actId="20577"/>
          <ac:spMkLst>
            <pc:docMk/>
            <pc:sldMk cId="2075888585" sldId="512"/>
            <ac:spMk id="6" creationId="{8EFC5E03-295D-B2B7-9377-E893AA33566C}"/>
          </ac:spMkLst>
        </pc:spChg>
        <pc:spChg chg="mod">
          <ac:chgData name="배태영" userId="be9a5283-3ed4-4bd6-abd0-dc7f144428ca" providerId="ADAL" clId="{9756ADCE-5A6C-4A95-B449-1F3CDFAF6A4B}" dt="2023-09-20T10:52:36.960" v="966"/>
          <ac:spMkLst>
            <pc:docMk/>
            <pc:sldMk cId="2075888585" sldId="512"/>
            <ac:spMk id="8" creationId="{14A10B85-4D9B-9FDD-A367-968921B526E6}"/>
          </ac:spMkLst>
        </pc:spChg>
        <pc:spChg chg="mod">
          <ac:chgData name="배태영" userId="be9a5283-3ed4-4bd6-abd0-dc7f144428ca" providerId="ADAL" clId="{9756ADCE-5A6C-4A95-B449-1F3CDFAF6A4B}" dt="2023-09-20T10:52:39.692" v="967" actId="1076"/>
          <ac:spMkLst>
            <pc:docMk/>
            <pc:sldMk cId="2075888585" sldId="512"/>
            <ac:spMk id="9" creationId="{AAD0FE22-B480-71C7-FA6D-47DF8C3CB132}"/>
          </ac:spMkLst>
        </pc:spChg>
        <pc:spChg chg="mod">
          <ac:chgData name="배태영" userId="be9a5283-3ed4-4bd6-abd0-dc7f144428ca" providerId="ADAL" clId="{9756ADCE-5A6C-4A95-B449-1F3CDFAF6A4B}" dt="2023-09-20T11:19:57.078" v="1551" actId="20577"/>
          <ac:spMkLst>
            <pc:docMk/>
            <pc:sldMk cId="2075888585" sldId="512"/>
            <ac:spMk id="10" creationId="{1175D604-FC13-A491-C06F-F09C5BBBFEC2}"/>
          </ac:spMkLst>
        </pc:spChg>
        <pc:spChg chg="add del mod">
          <ac:chgData name="배태영" userId="be9a5283-3ed4-4bd6-abd0-dc7f144428ca" providerId="ADAL" clId="{9756ADCE-5A6C-4A95-B449-1F3CDFAF6A4B}" dt="2023-09-20T11:27:11.711" v="1554" actId="478"/>
          <ac:spMkLst>
            <pc:docMk/>
            <pc:sldMk cId="2075888585" sldId="512"/>
            <ac:spMk id="12" creationId="{62C414E4-BF7A-3A18-058E-8BFF00E8DF0D}"/>
          </ac:spMkLst>
        </pc:spChg>
        <pc:spChg chg="del">
          <ac:chgData name="배태영" userId="be9a5283-3ed4-4bd6-abd0-dc7f144428ca" providerId="ADAL" clId="{9756ADCE-5A6C-4A95-B449-1F3CDFAF6A4B}" dt="2023-09-20T10:43:36.318" v="671" actId="478"/>
          <ac:spMkLst>
            <pc:docMk/>
            <pc:sldMk cId="2075888585" sldId="512"/>
            <ac:spMk id="13" creationId="{986A59C8-7E6E-2C60-6103-70A3DAE0FE27}"/>
          </ac:spMkLst>
        </pc:spChg>
        <pc:spChg chg="add mod">
          <ac:chgData name="배태영" userId="be9a5283-3ed4-4bd6-abd0-dc7f144428ca" providerId="ADAL" clId="{9756ADCE-5A6C-4A95-B449-1F3CDFAF6A4B}" dt="2023-09-20T11:27:24.388" v="1567" actId="20577"/>
          <ac:spMkLst>
            <pc:docMk/>
            <pc:sldMk cId="2075888585" sldId="512"/>
            <ac:spMk id="14" creationId="{211D0AD5-49A1-C045-A412-5A2B7CACBF54}"/>
          </ac:spMkLst>
        </pc:spChg>
        <pc:spChg chg="del">
          <ac:chgData name="배태영" userId="be9a5283-3ed4-4bd6-abd0-dc7f144428ca" providerId="ADAL" clId="{9756ADCE-5A6C-4A95-B449-1F3CDFAF6A4B}" dt="2023-09-20T10:43:31.695" v="670" actId="478"/>
          <ac:spMkLst>
            <pc:docMk/>
            <pc:sldMk cId="2075888585" sldId="512"/>
            <ac:spMk id="14" creationId="{3628A99B-6C5F-AAA7-7077-E9B602449D25}"/>
          </ac:spMkLst>
        </pc:spChg>
        <pc:picChg chg="add del mod">
          <ac:chgData name="배태영" userId="be9a5283-3ed4-4bd6-abd0-dc7f144428ca" providerId="ADAL" clId="{9756ADCE-5A6C-4A95-B449-1F3CDFAF6A4B}" dt="2023-09-20T11:18:37.816" v="1285" actId="478"/>
          <ac:picMkLst>
            <pc:docMk/>
            <pc:sldMk cId="2075888585" sldId="512"/>
            <ac:picMk id="3" creationId="{6F0158A6-5F76-E934-027A-B9EB966CA4DA}"/>
          </ac:picMkLst>
        </pc:picChg>
        <pc:picChg chg="del">
          <ac:chgData name="배태영" userId="be9a5283-3ed4-4bd6-abd0-dc7f144428ca" providerId="ADAL" clId="{9756ADCE-5A6C-4A95-B449-1F3CDFAF6A4B}" dt="2023-09-20T10:43:27.044" v="669" actId="478"/>
          <ac:picMkLst>
            <pc:docMk/>
            <pc:sldMk cId="2075888585" sldId="512"/>
            <ac:picMk id="4" creationId="{220D1937-9366-8FC3-E4E4-0CAE5B58B5CD}"/>
          </ac:picMkLst>
        </pc:picChg>
        <pc:picChg chg="add mod">
          <ac:chgData name="배태영" userId="be9a5283-3ed4-4bd6-abd0-dc7f144428ca" providerId="ADAL" clId="{9756ADCE-5A6C-4A95-B449-1F3CDFAF6A4B}" dt="2023-09-20T11:27:13.972" v="1557" actId="1076"/>
          <ac:picMkLst>
            <pc:docMk/>
            <pc:sldMk cId="2075888585" sldId="512"/>
            <ac:picMk id="4" creationId="{B0779A45-C9EC-CA96-475D-5D889ED20E52}"/>
          </ac:picMkLst>
        </pc:picChg>
      </pc:sldChg>
      <pc:sldChg chg="addSp delSp modSp mod">
        <pc:chgData name="배태영" userId="be9a5283-3ed4-4bd6-abd0-dc7f144428ca" providerId="ADAL" clId="{9756ADCE-5A6C-4A95-B449-1F3CDFAF6A4B}" dt="2023-09-22T07:03:52.776" v="1926" actId="20577"/>
        <pc:sldMkLst>
          <pc:docMk/>
          <pc:sldMk cId="814605809" sldId="513"/>
        </pc:sldMkLst>
        <pc:spChg chg="mod">
          <ac:chgData name="배태영" userId="be9a5283-3ed4-4bd6-abd0-dc7f144428ca" providerId="ADAL" clId="{9756ADCE-5A6C-4A95-B449-1F3CDFAF6A4B}" dt="2023-09-22T07:03:52.776" v="1926" actId="20577"/>
          <ac:spMkLst>
            <pc:docMk/>
            <pc:sldMk cId="814605809" sldId="513"/>
            <ac:spMk id="6" creationId="{8EFC5E03-295D-B2B7-9377-E893AA33566C}"/>
          </ac:spMkLst>
        </pc:spChg>
        <pc:spChg chg="mod">
          <ac:chgData name="배태영" userId="be9a5283-3ed4-4bd6-abd0-dc7f144428ca" providerId="ADAL" clId="{9756ADCE-5A6C-4A95-B449-1F3CDFAF6A4B}" dt="2023-09-21T06:22:45.407" v="1577" actId="20577"/>
          <ac:spMkLst>
            <pc:docMk/>
            <pc:sldMk cId="814605809" sldId="513"/>
            <ac:spMk id="8" creationId="{14A10B85-4D9B-9FDD-A367-968921B526E6}"/>
          </ac:spMkLst>
        </pc:spChg>
        <pc:spChg chg="mod">
          <ac:chgData name="배태영" userId="be9a5283-3ed4-4bd6-abd0-dc7f144428ca" providerId="ADAL" clId="{9756ADCE-5A6C-4A95-B449-1F3CDFAF6A4B}" dt="2023-09-20T10:59:51.091" v="1258" actId="1035"/>
          <ac:spMkLst>
            <pc:docMk/>
            <pc:sldMk cId="814605809" sldId="513"/>
            <ac:spMk id="9" creationId="{AAD0FE22-B480-71C7-FA6D-47DF8C3CB132}"/>
          </ac:spMkLst>
        </pc:spChg>
        <pc:spChg chg="mod">
          <ac:chgData name="배태영" userId="be9a5283-3ed4-4bd6-abd0-dc7f144428ca" providerId="ADAL" clId="{9756ADCE-5A6C-4A95-B449-1F3CDFAF6A4B}" dt="2023-09-20T11:01:12.205" v="1272" actId="1076"/>
          <ac:spMkLst>
            <pc:docMk/>
            <pc:sldMk cId="814605809" sldId="513"/>
            <ac:spMk id="10" creationId="{1175D604-FC13-A491-C06F-F09C5BBBFEC2}"/>
          </ac:spMkLst>
        </pc:spChg>
        <pc:picChg chg="add mod ord">
          <ac:chgData name="배태영" userId="be9a5283-3ed4-4bd6-abd0-dc7f144428ca" providerId="ADAL" clId="{9756ADCE-5A6C-4A95-B449-1F3CDFAF6A4B}" dt="2023-09-20T11:00:56.245" v="1270" actId="1037"/>
          <ac:picMkLst>
            <pc:docMk/>
            <pc:sldMk cId="814605809" sldId="513"/>
            <ac:picMk id="3" creationId="{D3576422-C3AD-516E-205B-169A39A3C202}"/>
          </ac:picMkLst>
        </pc:picChg>
        <pc:picChg chg="del">
          <ac:chgData name="배태영" userId="be9a5283-3ed4-4bd6-abd0-dc7f144428ca" providerId="ADAL" clId="{9756ADCE-5A6C-4A95-B449-1F3CDFAF6A4B}" dt="2023-09-20T10:59:42.998" v="1252" actId="478"/>
          <ac:picMkLst>
            <pc:docMk/>
            <pc:sldMk cId="814605809" sldId="513"/>
            <ac:picMk id="4" creationId="{F88AF4DA-8BD5-5AF0-F62D-FC7A3712E9E2}"/>
          </ac:picMkLst>
        </pc:picChg>
      </pc:sldChg>
      <pc:sldChg chg="del">
        <pc:chgData name="배태영" userId="be9a5283-3ed4-4bd6-abd0-dc7f144428ca" providerId="ADAL" clId="{9756ADCE-5A6C-4A95-B449-1F3CDFAF6A4B}" dt="2023-09-20T11:01:27.086" v="1273" actId="47"/>
        <pc:sldMkLst>
          <pc:docMk/>
          <pc:sldMk cId="1015227296" sldId="514"/>
        </pc:sldMkLst>
      </pc:sldChg>
      <pc:sldChg chg="addSp delSp modSp add del mod">
        <pc:chgData name="배태영" userId="be9a5283-3ed4-4bd6-abd0-dc7f144428ca" providerId="ADAL" clId="{9756ADCE-5A6C-4A95-B449-1F3CDFAF6A4B}" dt="2023-09-20T10:25:01.619" v="668" actId="47"/>
        <pc:sldMkLst>
          <pc:docMk/>
          <pc:sldMk cId="260181027" sldId="515"/>
        </pc:sldMkLst>
        <pc:picChg chg="add del mod">
          <ac:chgData name="배태영" userId="be9a5283-3ed4-4bd6-abd0-dc7f144428ca" providerId="ADAL" clId="{9756ADCE-5A6C-4A95-B449-1F3CDFAF6A4B}" dt="2023-09-20T09:37:37.970" v="650" actId="478"/>
          <ac:picMkLst>
            <pc:docMk/>
            <pc:sldMk cId="260181027" sldId="515"/>
            <ac:picMk id="3" creationId="{01DBD058-A646-4DE5-E9F0-63FD942A8CBC}"/>
          </ac:picMkLst>
        </pc:picChg>
        <pc:picChg chg="del">
          <ac:chgData name="배태영" userId="be9a5283-3ed4-4bd6-abd0-dc7f144428ca" providerId="ADAL" clId="{9756ADCE-5A6C-4A95-B449-1F3CDFAF6A4B}" dt="2023-09-20T09:31:33.336" v="647" actId="478"/>
          <ac:picMkLst>
            <pc:docMk/>
            <pc:sldMk cId="260181027" sldId="515"/>
            <ac:picMk id="15" creationId="{45D0B2EB-BDDE-DC3F-161F-FE10E6E19063}"/>
          </ac:picMkLst>
        </pc:picChg>
      </pc:sldChg>
      <pc:sldChg chg="addSp delSp modSp add mod ord">
        <pc:chgData name="배태영" userId="be9a5283-3ed4-4bd6-abd0-dc7f144428ca" providerId="ADAL" clId="{9756ADCE-5A6C-4A95-B449-1F3CDFAF6A4B}" dt="2023-09-22T07:03:42.526" v="1920" actId="20577"/>
        <pc:sldMkLst>
          <pc:docMk/>
          <pc:sldMk cId="371917597" sldId="515"/>
        </pc:sldMkLst>
        <pc:spChg chg="add del mod">
          <ac:chgData name="배태영" userId="be9a5283-3ed4-4bd6-abd0-dc7f144428ca" providerId="ADAL" clId="{9756ADCE-5A6C-4A95-B449-1F3CDFAF6A4B}" dt="2023-09-21T00:23:31.672" v="1571" actId="478"/>
          <ac:spMkLst>
            <pc:docMk/>
            <pc:sldMk cId="371917597" sldId="515"/>
            <ac:spMk id="4" creationId="{745B1101-9AA9-C922-4980-54FA81A3CE31}"/>
          </ac:spMkLst>
        </pc:spChg>
        <pc:spChg chg="mod">
          <ac:chgData name="배태영" userId="be9a5283-3ed4-4bd6-abd0-dc7f144428ca" providerId="ADAL" clId="{9756ADCE-5A6C-4A95-B449-1F3CDFAF6A4B}" dt="2023-09-22T07:03:42.526" v="1920" actId="20577"/>
          <ac:spMkLst>
            <pc:docMk/>
            <pc:sldMk cId="371917597" sldId="515"/>
            <ac:spMk id="6" creationId="{8EFC5E03-295D-B2B7-9377-E893AA33566C}"/>
          </ac:spMkLst>
        </pc:spChg>
        <pc:spChg chg="mod">
          <ac:chgData name="배태영" userId="be9a5283-3ed4-4bd6-abd0-dc7f144428ca" providerId="ADAL" clId="{9756ADCE-5A6C-4A95-B449-1F3CDFAF6A4B}" dt="2023-09-20T10:56:18.473" v="1186" actId="20577"/>
          <ac:spMkLst>
            <pc:docMk/>
            <pc:sldMk cId="371917597" sldId="515"/>
            <ac:spMk id="10" creationId="{1175D604-FC13-A491-C06F-F09C5BBBFEC2}"/>
          </ac:spMkLst>
        </pc:spChg>
        <pc:spChg chg="add del mod">
          <ac:chgData name="배태영" userId="be9a5283-3ed4-4bd6-abd0-dc7f144428ca" providerId="ADAL" clId="{9756ADCE-5A6C-4A95-B449-1F3CDFAF6A4B}" dt="2023-09-21T00:23:31.672" v="1571" actId="478"/>
          <ac:spMkLst>
            <pc:docMk/>
            <pc:sldMk cId="371917597" sldId="515"/>
            <ac:spMk id="11" creationId="{951D186C-64D5-4505-B3B7-EB0841F2E2E7}"/>
          </ac:spMkLst>
        </pc:spChg>
        <pc:spChg chg="add mod">
          <ac:chgData name="배태영" userId="be9a5283-3ed4-4bd6-abd0-dc7f144428ca" providerId="ADAL" clId="{9756ADCE-5A6C-4A95-B449-1F3CDFAF6A4B}" dt="2023-09-21T00:23:32.606" v="1572"/>
          <ac:spMkLst>
            <pc:docMk/>
            <pc:sldMk cId="371917597" sldId="515"/>
            <ac:spMk id="13" creationId="{25D5A678-175F-071F-CE6C-11AFFED9101E}"/>
          </ac:spMkLst>
        </pc:spChg>
        <pc:spChg chg="add mod">
          <ac:chgData name="배태영" userId="be9a5283-3ed4-4bd6-abd0-dc7f144428ca" providerId="ADAL" clId="{9756ADCE-5A6C-4A95-B449-1F3CDFAF6A4B}" dt="2023-09-21T00:23:32.606" v="1572"/>
          <ac:spMkLst>
            <pc:docMk/>
            <pc:sldMk cId="371917597" sldId="515"/>
            <ac:spMk id="14" creationId="{6A31EE37-983A-15AA-77DF-69D781F9BB71}"/>
          </ac:spMkLst>
        </pc:spChg>
        <pc:spChg chg="add mod">
          <ac:chgData name="배태영" userId="be9a5283-3ed4-4bd6-abd0-dc7f144428ca" providerId="ADAL" clId="{9756ADCE-5A6C-4A95-B449-1F3CDFAF6A4B}" dt="2023-09-21T00:23:39.289" v="1573"/>
          <ac:spMkLst>
            <pc:docMk/>
            <pc:sldMk cId="371917597" sldId="515"/>
            <ac:spMk id="15" creationId="{26C2AE91-D0DA-F72E-7814-8EEBC38AB484}"/>
          </ac:spMkLst>
        </pc:spChg>
        <pc:spChg chg="del">
          <ac:chgData name="배태영" userId="be9a5283-3ed4-4bd6-abd0-dc7f144428ca" providerId="ADAL" clId="{9756ADCE-5A6C-4A95-B449-1F3CDFAF6A4B}" dt="2023-09-20T10:54:09.277" v="1003" actId="478"/>
          <ac:spMkLst>
            <pc:docMk/>
            <pc:sldMk cId="371917597" sldId="515"/>
            <ac:spMk id="19" creationId="{5A1E5E85-E42A-E78C-549B-75C4A2740E95}"/>
          </ac:spMkLst>
        </pc:spChg>
        <pc:picChg chg="add del mod ord">
          <ac:chgData name="배태영" userId="be9a5283-3ed4-4bd6-abd0-dc7f144428ca" providerId="ADAL" clId="{9756ADCE-5A6C-4A95-B449-1F3CDFAF6A4B}" dt="2023-09-21T00:23:31.672" v="1571" actId="478"/>
          <ac:picMkLst>
            <pc:docMk/>
            <pc:sldMk cId="371917597" sldId="515"/>
            <ac:picMk id="2" creationId="{A5BDE6D8-98EF-7EE8-75F1-15904B5F44DB}"/>
          </ac:picMkLst>
        </pc:picChg>
        <pc:picChg chg="add del mod">
          <ac:chgData name="배태영" userId="be9a5283-3ed4-4bd6-abd0-dc7f144428ca" providerId="ADAL" clId="{9756ADCE-5A6C-4A95-B449-1F3CDFAF6A4B}" dt="2023-09-21T00:23:03.390" v="1568" actId="478"/>
          <ac:picMkLst>
            <pc:docMk/>
            <pc:sldMk cId="371917597" sldId="515"/>
            <ac:picMk id="3" creationId="{54FA9ACE-6CDA-F131-3750-422FDF584FF0}"/>
          </ac:picMkLst>
        </pc:picChg>
        <pc:picChg chg="add mod">
          <ac:chgData name="배태영" userId="be9a5283-3ed4-4bd6-abd0-dc7f144428ca" providerId="ADAL" clId="{9756ADCE-5A6C-4A95-B449-1F3CDFAF6A4B}" dt="2023-09-21T00:23:32.606" v="1572"/>
          <ac:picMkLst>
            <pc:docMk/>
            <pc:sldMk cId="371917597" sldId="515"/>
            <ac:picMk id="12" creationId="{BA3CC14E-7269-7355-86EB-01E969AA6021}"/>
          </ac:picMkLst>
        </pc:picChg>
        <pc:picChg chg="del">
          <ac:chgData name="배태영" userId="be9a5283-3ed4-4bd6-abd0-dc7f144428ca" providerId="ADAL" clId="{9756ADCE-5A6C-4A95-B449-1F3CDFAF6A4B}" dt="2023-09-20T10:54:07.854" v="1002" actId="478"/>
          <ac:picMkLst>
            <pc:docMk/>
            <pc:sldMk cId="371917597" sldId="515"/>
            <ac:picMk id="15" creationId="{45D0B2EB-BDDE-DC3F-161F-FE10E6E19063}"/>
          </ac:picMkLst>
        </pc:picChg>
      </pc:sldChg>
      <pc:sldChg chg="addSp delSp modSp add mod">
        <pc:chgData name="배태영" userId="be9a5283-3ed4-4bd6-abd0-dc7f144428ca" providerId="ADAL" clId="{9756ADCE-5A6C-4A95-B449-1F3CDFAF6A4B}" dt="2023-09-22T07:03:50.310" v="1924" actId="20577"/>
        <pc:sldMkLst>
          <pc:docMk/>
          <pc:sldMk cId="1183534485" sldId="516"/>
        </pc:sldMkLst>
        <pc:spChg chg="mod">
          <ac:chgData name="배태영" userId="be9a5283-3ed4-4bd6-abd0-dc7f144428ca" providerId="ADAL" clId="{9756ADCE-5A6C-4A95-B449-1F3CDFAF6A4B}" dt="2023-09-22T07:03:50.310" v="1924" actId="20577"/>
          <ac:spMkLst>
            <pc:docMk/>
            <pc:sldMk cId="1183534485" sldId="516"/>
            <ac:spMk id="6" creationId="{8EFC5E03-295D-B2B7-9377-E893AA33566C}"/>
          </ac:spMkLst>
        </pc:spChg>
        <pc:spChg chg="mod">
          <ac:chgData name="배태영" userId="be9a5283-3ed4-4bd6-abd0-dc7f144428ca" providerId="ADAL" clId="{9756ADCE-5A6C-4A95-B449-1F3CDFAF6A4B}" dt="2023-09-20T10:58:11.591" v="1207"/>
          <ac:spMkLst>
            <pc:docMk/>
            <pc:sldMk cId="1183534485" sldId="516"/>
            <ac:spMk id="8" creationId="{14A10B85-4D9B-9FDD-A367-968921B526E6}"/>
          </ac:spMkLst>
        </pc:spChg>
        <pc:spChg chg="mod">
          <ac:chgData name="배태영" userId="be9a5283-3ed4-4bd6-abd0-dc7f144428ca" providerId="ADAL" clId="{9756ADCE-5A6C-4A95-B449-1F3CDFAF6A4B}" dt="2023-09-20T10:58:57.356" v="1250" actId="20577"/>
          <ac:spMkLst>
            <pc:docMk/>
            <pc:sldMk cId="1183534485" sldId="516"/>
            <ac:spMk id="10" creationId="{1175D604-FC13-A491-C06F-F09C5BBBFEC2}"/>
          </ac:spMkLst>
        </pc:spChg>
        <pc:spChg chg="mod ord">
          <ac:chgData name="배태영" userId="be9a5283-3ed4-4bd6-abd0-dc7f144428ca" providerId="ADAL" clId="{9756ADCE-5A6C-4A95-B449-1F3CDFAF6A4B}" dt="2023-09-20T10:57:56.490" v="1204" actId="14100"/>
          <ac:spMkLst>
            <pc:docMk/>
            <pc:sldMk cId="1183534485" sldId="516"/>
            <ac:spMk id="19" creationId="{5A1E5E85-E42A-E78C-549B-75C4A2740E95}"/>
          </ac:spMkLst>
        </pc:spChg>
        <pc:picChg chg="add mod">
          <ac:chgData name="배태영" userId="be9a5283-3ed4-4bd6-abd0-dc7f144428ca" providerId="ADAL" clId="{9756ADCE-5A6C-4A95-B449-1F3CDFAF6A4B}" dt="2023-09-20T10:57:50.461" v="1202" actId="1038"/>
          <ac:picMkLst>
            <pc:docMk/>
            <pc:sldMk cId="1183534485" sldId="516"/>
            <ac:picMk id="3" creationId="{5C7D99CB-76B3-6434-CA72-E0C3F7C48773}"/>
          </ac:picMkLst>
        </pc:picChg>
        <pc:picChg chg="del">
          <ac:chgData name="배태영" userId="be9a5283-3ed4-4bd6-abd0-dc7f144428ca" providerId="ADAL" clId="{9756ADCE-5A6C-4A95-B449-1F3CDFAF6A4B}" dt="2023-09-20T10:57:31.486" v="1188" actId="478"/>
          <ac:picMkLst>
            <pc:docMk/>
            <pc:sldMk cId="1183534485" sldId="516"/>
            <ac:picMk id="15" creationId="{45D0B2EB-BDDE-DC3F-161F-FE10E6E19063}"/>
          </ac:picMkLst>
        </pc:picChg>
      </pc:sldChg>
      <pc:sldChg chg="addSp delSp modSp add mod">
        <pc:chgData name="배태영" userId="be9a5283-3ed4-4bd6-abd0-dc7f144428ca" providerId="ADAL" clId="{9756ADCE-5A6C-4A95-B449-1F3CDFAF6A4B}" dt="2023-09-22T07:03:55.120" v="1928" actId="20577"/>
        <pc:sldMkLst>
          <pc:docMk/>
          <pc:sldMk cId="4229418740" sldId="517"/>
        </pc:sldMkLst>
        <pc:spChg chg="mod">
          <ac:chgData name="배태영" userId="be9a5283-3ed4-4bd6-abd0-dc7f144428ca" providerId="ADAL" clId="{9756ADCE-5A6C-4A95-B449-1F3CDFAF6A4B}" dt="2023-09-22T07:03:55.120" v="1928" actId="20577"/>
          <ac:spMkLst>
            <pc:docMk/>
            <pc:sldMk cId="4229418740" sldId="517"/>
            <ac:spMk id="6" creationId="{8EFC5E03-295D-B2B7-9377-E893AA33566C}"/>
          </ac:spMkLst>
        </pc:spChg>
        <pc:picChg chg="del">
          <ac:chgData name="배태영" userId="be9a5283-3ed4-4bd6-abd0-dc7f144428ca" providerId="ADAL" clId="{9756ADCE-5A6C-4A95-B449-1F3CDFAF6A4B}" dt="2023-09-20T11:01:50.404" v="1275" actId="478"/>
          <ac:picMkLst>
            <pc:docMk/>
            <pc:sldMk cId="4229418740" sldId="517"/>
            <ac:picMk id="3" creationId="{D3576422-C3AD-516E-205B-169A39A3C202}"/>
          </ac:picMkLst>
        </pc:picChg>
        <pc:picChg chg="add mod">
          <ac:chgData name="배태영" userId="be9a5283-3ed4-4bd6-abd0-dc7f144428ca" providerId="ADAL" clId="{9756ADCE-5A6C-4A95-B449-1F3CDFAF6A4B}" dt="2023-09-20T11:02:05.395" v="1282" actId="1036"/>
          <ac:picMkLst>
            <pc:docMk/>
            <pc:sldMk cId="4229418740" sldId="517"/>
            <ac:picMk id="4" creationId="{B57B3018-8CFE-8E32-40CF-3C416E54B840}"/>
          </ac:picMkLst>
        </pc:picChg>
      </pc:sldChg>
      <pc:sldChg chg="addSp delSp modSp add mod">
        <pc:chgData name="배태영" userId="be9a5283-3ed4-4bd6-abd0-dc7f144428ca" providerId="ADAL" clId="{9756ADCE-5A6C-4A95-B449-1F3CDFAF6A4B}" dt="2023-09-22T07:03:26.017" v="1914" actId="20577"/>
        <pc:sldMkLst>
          <pc:docMk/>
          <pc:sldMk cId="1436010583" sldId="518"/>
        </pc:sldMkLst>
        <pc:spChg chg="mod">
          <ac:chgData name="배태영" userId="be9a5283-3ed4-4bd6-abd0-dc7f144428ca" providerId="ADAL" clId="{9756ADCE-5A6C-4A95-B449-1F3CDFAF6A4B}" dt="2023-09-22T07:03:26.017" v="1914" actId="20577"/>
          <ac:spMkLst>
            <pc:docMk/>
            <pc:sldMk cId="1436010583" sldId="518"/>
            <ac:spMk id="3" creationId="{00000000-0000-0000-0000-000000000000}"/>
          </ac:spMkLst>
        </pc:spChg>
        <pc:spChg chg="mod">
          <ac:chgData name="배태영" userId="be9a5283-3ed4-4bd6-abd0-dc7f144428ca" providerId="ADAL" clId="{9756ADCE-5A6C-4A95-B449-1F3CDFAF6A4B}" dt="2023-09-22T07:01:51.116" v="1779"/>
          <ac:spMkLst>
            <pc:docMk/>
            <pc:sldMk cId="1436010583" sldId="518"/>
            <ac:spMk id="10" creationId="{00000000-0000-0000-0000-000000000000}"/>
          </ac:spMkLst>
        </pc:spChg>
        <pc:spChg chg="add mod">
          <ac:chgData name="배태영" userId="be9a5283-3ed4-4bd6-abd0-dc7f144428ca" providerId="ADAL" clId="{9756ADCE-5A6C-4A95-B449-1F3CDFAF6A4B}" dt="2023-09-22T06:58:44.600" v="1614" actId="14100"/>
          <ac:spMkLst>
            <pc:docMk/>
            <pc:sldMk cId="1436010583" sldId="518"/>
            <ac:spMk id="11" creationId="{74175EC9-A766-2F26-8E60-DC8D552BEB55}"/>
          </ac:spMkLst>
        </pc:spChg>
        <pc:spChg chg="mod">
          <ac:chgData name="배태영" userId="be9a5283-3ed4-4bd6-abd0-dc7f144428ca" providerId="ADAL" clId="{9756ADCE-5A6C-4A95-B449-1F3CDFAF6A4B}" dt="2023-09-22T06:58:34.024" v="1608" actId="14100"/>
          <ac:spMkLst>
            <pc:docMk/>
            <pc:sldMk cId="1436010583" sldId="518"/>
            <ac:spMk id="14" creationId="{9FFBBC91-A5E2-4B9B-B051-4B13717A3BB7}"/>
          </ac:spMkLst>
        </pc:spChg>
        <pc:spChg chg="mod">
          <ac:chgData name="배태영" userId="be9a5283-3ed4-4bd6-abd0-dc7f144428ca" providerId="ADAL" clId="{9756ADCE-5A6C-4A95-B449-1F3CDFAF6A4B}" dt="2023-09-22T07:02:50.464" v="1859"/>
          <ac:spMkLst>
            <pc:docMk/>
            <pc:sldMk cId="1436010583" sldId="518"/>
            <ac:spMk id="17" creationId="{00000000-0000-0000-0000-000000000000}"/>
          </ac:spMkLst>
        </pc:spChg>
        <pc:picChg chg="add del mod ord">
          <ac:chgData name="배태영" userId="be9a5283-3ed4-4bd6-abd0-dc7f144428ca" providerId="ADAL" clId="{9756ADCE-5A6C-4A95-B449-1F3CDFAF6A4B}" dt="2023-09-22T06:58:10.402" v="1588" actId="478"/>
          <ac:picMkLst>
            <pc:docMk/>
            <pc:sldMk cId="1436010583" sldId="518"/>
            <ac:picMk id="4" creationId="{C43963C0-0B60-70AF-312F-CB767CD7E1E9}"/>
          </ac:picMkLst>
        </pc:picChg>
        <pc:picChg chg="del">
          <ac:chgData name="배태영" userId="be9a5283-3ed4-4bd6-abd0-dc7f144428ca" providerId="ADAL" clId="{9756ADCE-5A6C-4A95-B449-1F3CDFAF6A4B}" dt="2023-09-22T06:57:29.177" v="1579" actId="478"/>
          <ac:picMkLst>
            <pc:docMk/>
            <pc:sldMk cId="1436010583" sldId="518"/>
            <ac:picMk id="6" creationId="{F7F4A981-F245-4D07-A955-99A77D9E2E96}"/>
          </ac:picMkLst>
        </pc:picChg>
        <pc:picChg chg="add mod ord">
          <ac:chgData name="배태영" userId="be9a5283-3ed4-4bd6-abd0-dc7f144428ca" providerId="ADAL" clId="{9756ADCE-5A6C-4A95-B449-1F3CDFAF6A4B}" dt="2023-09-22T06:58:28.430" v="1606" actId="167"/>
          <ac:picMkLst>
            <pc:docMk/>
            <pc:sldMk cId="1436010583" sldId="518"/>
            <ac:picMk id="7" creationId="{6626F286-FD2D-DD9A-5249-EA66CC13FF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69ECB-9F18-4B2A-8C79-19B847B2B221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E666-4862-4A76-AB69-BD25FC8A3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64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FB921B9-838A-44D3-89D5-5DB0505CE71D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E666-4862-4A76-AB69-BD25FC8A335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16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16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71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8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46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02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68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38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1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95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4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092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 2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4505532" y="6633127"/>
            <a:ext cx="282819" cy="1442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lnSpc>
                <a:spcPts val="1041"/>
              </a:lnSpc>
              <a:defRPr sz="923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F73DEC5-E5E5-40D3-8806-2E9D3C061194}" type="slidenum">
              <a:rPr lang="en-US" smtClean="0"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703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17692" y="753383"/>
            <a:ext cx="8474788" cy="1019435"/>
          </a:xfrm>
          <a:prstGeom prst="rect">
            <a:avLst/>
          </a:prstGeom>
        </p:spPr>
        <p:txBody>
          <a:bodyPr lIns="0" rIns="0" anchor="t" anchorCtr="0">
            <a:normAutofit/>
          </a:bodyPr>
          <a:lstStyle>
            <a:lvl1pPr marL="0" indent="0">
              <a:lnSpc>
                <a:spcPct val="110000"/>
              </a:lnSpc>
              <a:spcAft>
                <a:spcPts val="3877"/>
              </a:spcAft>
              <a:buNone/>
              <a:defRPr sz="1846" b="1">
                <a:solidFill>
                  <a:srgbClr val="595959"/>
                </a:solidFill>
                <a:latin typeface="나눔고딕 (제목)"/>
                <a:ea typeface="+mj-ea"/>
              </a:defRPr>
            </a:lvl1pPr>
            <a:lvl2pPr marL="422029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60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0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1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1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17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236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645" y="80626"/>
            <a:ext cx="8175380" cy="469925"/>
          </a:xfrm>
        </p:spPr>
        <p:txBody>
          <a:bodyPr lIns="0" anchor="ctr" anchorCtr="0">
            <a:normAutofit/>
          </a:bodyPr>
          <a:lstStyle>
            <a:lvl1pPr algn="l">
              <a:lnSpc>
                <a:spcPct val="130000"/>
              </a:lnSpc>
              <a:defRPr sz="2031" b="1" cap="none">
                <a:solidFill>
                  <a:srgbClr val="039BE7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2" name="Line 115"/>
          <p:cNvSpPr>
            <a:spLocks noChangeShapeType="1"/>
          </p:cNvSpPr>
          <p:nvPr/>
        </p:nvSpPr>
        <p:spPr bwMode="auto">
          <a:xfrm flipH="1">
            <a:off x="0" y="656692"/>
            <a:ext cx="9144000" cy="0"/>
          </a:xfrm>
          <a:prstGeom prst="line">
            <a:avLst/>
          </a:prstGeom>
          <a:ln w="38100">
            <a:solidFill>
              <a:srgbClr val="1F497D"/>
            </a:solidFill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lIns="84404" tIns="42202" rIns="84404" bIns="4220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62">
              <a:solidFill>
                <a:prstClr val="black"/>
              </a:solidFill>
            </a:endParaRPr>
          </a:p>
        </p:txBody>
      </p:sp>
      <p:sp>
        <p:nvSpPr>
          <p:cNvPr id="7" name="Slide Number Placeholder 9"/>
          <p:cNvSpPr txBox="1">
            <a:spLocks/>
          </p:cNvSpPr>
          <p:nvPr userDrawn="1"/>
        </p:nvSpPr>
        <p:spPr>
          <a:xfrm>
            <a:off x="4505532" y="6633127"/>
            <a:ext cx="282819" cy="1442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5" rtl="0" eaLnBrk="1" latinLnBrk="1" hangingPunct="1">
              <a:lnSpc>
                <a:spcPts val="1128"/>
              </a:lnSpc>
              <a:defRPr sz="1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187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5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2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6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3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11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F73DEC5-E5E5-40D3-8806-2E9D3C061194}" type="slidenum">
              <a:rPr lang="en-US" sz="923" smtClean="0"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923">
              <a:cs typeface="Arial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6233724" y="205403"/>
            <a:ext cx="2558585" cy="276999"/>
          </a:xfrm>
          <a:prstGeom prst="rect">
            <a:avLst/>
          </a:prstGeom>
        </p:spPr>
        <p:txBody>
          <a:bodyPr anchor="ctr"/>
          <a:lstStyle>
            <a:lvl1pPr algn="r">
              <a:defRPr sz="1662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7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89772-25E1-4F61-AE96-BE9C72131A00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36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sia.flow.microsoft.com/ko-kr/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sia.flow.microsoft.com/ko-kr/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asia.flow.microsoft.com/ko-kr/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test1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44"/>
          <p:cNvSpPr txBox="1">
            <a:spLocks noChangeArrowheads="1"/>
          </p:cNvSpPr>
          <p:nvPr/>
        </p:nvSpPr>
        <p:spPr>
          <a:xfrm>
            <a:off x="511372" y="2533072"/>
            <a:ext cx="8632628" cy="59407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>
            <a:lvl1pPr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algn="ctr" defTabSz="844083" latinLnBrk="0">
              <a:lnSpc>
                <a:spcPct val="150000"/>
              </a:lnSpc>
              <a:spcBef>
                <a:spcPts val="554"/>
              </a:spcBef>
              <a:spcAft>
                <a:spcPct val="0"/>
              </a:spcAft>
              <a:defRPr/>
            </a:pPr>
            <a:r>
              <a:rPr lang="ko-KR" altLang="en-US" sz="2954" b="1" kern="800" spc="-138" dirty="0">
                <a:solidFill>
                  <a:srgbClr val="FFFFFF"/>
                </a:solidFill>
                <a:cs typeface="Arial"/>
              </a:rPr>
              <a:t>프로세스 정의서</a:t>
            </a:r>
            <a:endParaRPr lang="en-US" altLang="ko-KR" sz="2954" b="1" kern="800" spc="-138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>
          <a:xfrm>
            <a:off x="503050" y="3246593"/>
            <a:ext cx="8632628" cy="44544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>
            <a:lvl1pPr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algn="ctr" defTabSz="844083" latinLnBrk="0">
              <a:lnSpc>
                <a:spcPct val="150000"/>
              </a:lnSpc>
              <a:spcBef>
                <a:spcPts val="554"/>
              </a:spcBef>
              <a:spcAft>
                <a:spcPct val="0"/>
              </a:spcAft>
              <a:defRPr/>
            </a:pPr>
            <a:r>
              <a:rPr lang="en-US" altLang="ko-KR" sz="2215" b="1" kern="800" spc="-138" dirty="0">
                <a:solidFill>
                  <a:srgbClr val="FFFFFF"/>
                </a:solidFill>
                <a:cs typeface="Arial"/>
              </a:rPr>
              <a:t>SAP </a:t>
            </a:r>
            <a:r>
              <a:rPr lang="ko-KR" altLang="en-US" sz="2215" b="1" kern="800" spc="-138" dirty="0">
                <a:solidFill>
                  <a:srgbClr val="FFFFFF"/>
                </a:solidFill>
                <a:cs typeface="Arial"/>
              </a:rPr>
              <a:t>업체등록 자동화</a:t>
            </a:r>
            <a:endParaRPr lang="en-US" altLang="ko-KR" sz="2215" b="1" kern="800" spc="-138" dirty="0">
              <a:solidFill>
                <a:srgbClr val="FFFFFF"/>
              </a:solidFill>
              <a:cs typeface="Arial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97522" y="711630"/>
            <a:ext cx="1542687" cy="742052"/>
          </a:xfrm>
          <a:prstGeom prst="rect">
            <a:avLst/>
          </a:prstGeom>
        </p:spPr>
      </p:pic>
      <p:grpSp>
        <p:nvGrpSpPr>
          <p:cNvPr id="25" name="그룹 24"/>
          <p:cNvGrpSpPr/>
          <p:nvPr/>
        </p:nvGrpSpPr>
        <p:grpSpPr>
          <a:xfrm>
            <a:off x="1" y="2305192"/>
            <a:ext cx="9135678" cy="2253780"/>
            <a:chOff x="1" y="1804416"/>
            <a:chExt cx="9911430" cy="2749702"/>
          </a:xfrm>
        </p:grpSpPr>
        <p:sp>
          <p:nvSpPr>
            <p:cNvPr id="26" name="직사각형 25"/>
            <p:cNvSpPr/>
            <p:nvPr/>
          </p:nvSpPr>
          <p:spPr bwMode="ltGray">
            <a:xfrm>
              <a:off x="549296" y="1804416"/>
              <a:ext cx="9362135" cy="22093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844083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662" kern="0" dirty="0">
                <a:solidFill>
                  <a:prstClr val="white"/>
                </a:solidFill>
                <a:latin typeface="맑은 고딕"/>
                <a:ea typeface="맑은 고딕"/>
                <a:cs typeface="Arial"/>
              </a:endParaRPr>
            </a:p>
          </p:txBody>
        </p:sp>
        <p:sp>
          <p:nvSpPr>
            <p:cNvPr id="27" name="직사각형 26"/>
            <p:cNvSpPr/>
            <p:nvPr/>
          </p:nvSpPr>
          <p:spPr bwMode="ltGray">
            <a:xfrm>
              <a:off x="543865" y="4055792"/>
              <a:ext cx="9362135" cy="498325"/>
            </a:xfrm>
            <a:prstGeom prst="rect">
              <a:avLst/>
            </a:prstGeom>
            <a:solidFill>
              <a:schemeClr val="bg1">
                <a:lumMod val="85000"/>
                <a:alpha val="98040"/>
              </a:schemeClr>
            </a:solidFill>
            <a:ln>
              <a:noFill/>
            </a:ln>
            <a:effectLst/>
          </p:spPr>
          <p:txBody>
            <a:bodyPr wrap="none" lIns="90218" tIns="45109" rIns="90218" bIns="45109" anchor="ctr"/>
            <a:lstStyle/>
            <a:p>
              <a:pPr defTabSz="90224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831" kern="0" dirty="0">
                <a:solidFill>
                  <a:srgbClr val="000000"/>
                </a:solidFill>
                <a:latin typeface="맑은 고딕"/>
                <a:ea typeface="맑은 고딕"/>
                <a:cs typeface="Arial"/>
              </a:endParaRPr>
            </a:p>
          </p:txBody>
        </p:sp>
        <p:sp>
          <p:nvSpPr>
            <p:cNvPr id="28" name="직사각형 27"/>
            <p:cNvSpPr/>
            <p:nvPr/>
          </p:nvSpPr>
          <p:spPr bwMode="ltGray">
            <a:xfrm>
              <a:off x="1" y="1804416"/>
              <a:ext cx="497932" cy="2209360"/>
            </a:xfrm>
            <a:prstGeom prst="rect">
              <a:avLst/>
            </a:prstGeom>
            <a:solidFill>
              <a:schemeClr val="bg1">
                <a:lumMod val="85000"/>
                <a:alpha val="98040"/>
              </a:schemeClr>
            </a:solidFill>
            <a:ln>
              <a:noFill/>
            </a:ln>
            <a:effectLst/>
          </p:spPr>
          <p:txBody>
            <a:bodyPr wrap="none" lIns="90218" tIns="45109" rIns="90218" bIns="45109" anchor="ctr"/>
            <a:lstStyle/>
            <a:p>
              <a:pPr defTabSz="90224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831" kern="0" dirty="0">
                <a:solidFill>
                  <a:srgbClr val="000000"/>
                </a:solidFill>
                <a:latin typeface="맑은 고딕"/>
                <a:ea typeface="맑은 고딕"/>
                <a:cs typeface="Arial"/>
              </a:endParaRPr>
            </a:p>
          </p:txBody>
        </p:sp>
        <p:sp>
          <p:nvSpPr>
            <p:cNvPr id="29" name="직사각형 28"/>
            <p:cNvSpPr/>
            <p:nvPr/>
          </p:nvSpPr>
          <p:spPr bwMode="ltGray">
            <a:xfrm>
              <a:off x="2" y="4055792"/>
              <a:ext cx="497931" cy="498326"/>
            </a:xfrm>
            <a:prstGeom prst="rect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844083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662" kern="0" dirty="0">
                <a:solidFill>
                  <a:prstClr val="white"/>
                </a:solidFill>
                <a:latin typeface="맑은 고딕"/>
                <a:ea typeface="맑은 고딕"/>
                <a:cs typeface="Arial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89144" y="2603724"/>
            <a:ext cx="7565711" cy="12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585" dirty="0">
                <a:latin typeface="HY헤드라인M"/>
                <a:ea typeface="HY헤드라인M"/>
              </a:rPr>
              <a:t>GUESS</a:t>
            </a:r>
            <a:r>
              <a:rPr lang="ko-KR" altLang="en-US" sz="2585" dirty="0">
                <a:latin typeface="HY헤드라인M"/>
                <a:ea typeface="HY헤드라인M"/>
              </a:rPr>
              <a:t> </a:t>
            </a:r>
            <a:r>
              <a:rPr lang="en-US" altLang="ko-KR" sz="2585" dirty="0">
                <a:latin typeface="HY헤드라인M"/>
                <a:ea typeface="HY헤드라인M"/>
              </a:rPr>
              <a:t>RPA</a:t>
            </a:r>
            <a:r>
              <a:rPr lang="ko-KR" altLang="en-US" sz="2585" dirty="0">
                <a:latin typeface="HY헤드라인M"/>
                <a:ea typeface="HY헤드라인M"/>
              </a:rPr>
              <a:t> 시스템 구축</a:t>
            </a:r>
            <a:endParaRPr lang="en-US" altLang="ko-KR" sz="2585" dirty="0">
              <a:latin typeface="HY헤드라인M"/>
              <a:ea typeface="HY헤드라인M"/>
            </a:endParaRPr>
          </a:p>
          <a:p>
            <a:pPr algn="ctr">
              <a:defRPr/>
            </a:pPr>
            <a:endParaRPr lang="en-US" altLang="ko-KR" sz="2585" dirty="0">
              <a:latin typeface="HY헤드라인M"/>
              <a:ea typeface="HY헤드라인M"/>
            </a:endParaRPr>
          </a:p>
          <a:p>
            <a:pPr algn="ctr">
              <a:defRPr/>
            </a:pPr>
            <a:r>
              <a:rPr lang="en-US" altLang="ko-KR" sz="2585" dirty="0">
                <a:latin typeface="HY헤드라인M"/>
                <a:ea typeface="HY헤드라인M"/>
              </a:rPr>
              <a:t>HR07_TGIF</a:t>
            </a:r>
            <a:r>
              <a:rPr lang="ko-KR" altLang="en-US" sz="2585" dirty="0">
                <a:latin typeface="HY헤드라인M"/>
                <a:ea typeface="HY헤드라인M"/>
              </a:rPr>
              <a:t> 근무일정 확인 운영 매뉴얼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9856" y="4166553"/>
            <a:ext cx="1444285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846" dirty="0">
                <a:latin typeface="HY헤드라인M"/>
                <a:ea typeface="HY헤드라인M"/>
              </a:rPr>
              <a:t>2023.09.25</a:t>
            </a:r>
          </a:p>
        </p:txBody>
      </p:sp>
      <p:pic>
        <p:nvPicPr>
          <p:cNvPr id="1026" name="Picture 2" descr="GUESS - 홈 | Facebook">
            <a:extLst>
              <a:ext uri="{FF2B5EF4-FFF2-40B4-BE49-F238E27FC236}">
                <a16:creationId xmlns:a16="http://schemas.microsoft.com/office/drawing/2014/main" id="{79D0BB68-9EA4-89CE-0D1A-4CFD3300A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98" y="360602"/>
            <a:ext cx="1455599" cy="145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60;p2"/>
          <p:cNvSpPr txBox="1">
            <a:spLocks noGrp="1"/>
          </p:cNvSpPr>
          <p:nvPr>
            <p:ph type="title"/>
          </p:nvPr>
        </p:nvSpPr>
        <p:spPr>
          <a:xfrm>
            <a:off x="121192" y="163209"/>
            <a:ext cx="3924151" cy="4432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3F3F3F"/>
              </a:buClr>
              <a:buSzPts val="2800"/>
            </a:pPr>
            <a:r>
              <a:rPr lang="ko-KR" altLang="en-US" sz="2585" dirty="0">
                <a:solidFill>
                  <a:schemeClr val="tx1"/>
                </a:solidFill>
              </a:rPr>
              <a:t>개정 이력</a:t>
            </a:r>
          </a:p>
        </p:txBody>
      </p:sp>
      <p:graphicFrame>
        <p:nvGraphicFramePr>
          <p:cNvPr id="77" name="Google Shape;61;p2"/>
          <p:cNvGraphicFramePr/>
          <p:nvPr>
            <p:extLst>
              <p:ext uri="{D42A27DB-BD31-4B8C-83A1-F6EECF244321}">
                <p14:modId xmlns:p14="http://schemas.microsoft.com/office/powerpoint/2010/main" val="3445286983"/>
              </p:ext>
            </p:extLst>
          </p:nvPr>
        </p:nvGraphicFramePr>
        <p:xfrm>
          <a:off x="650632" y="1302726"/>
          <a:ext cx="7710392" cy="456092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0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15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300" u="none" strike="noStrike" cap="none" dirty="0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변경일자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 내용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1.0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20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23</a:t>
                      </a: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-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09</a:t>
                      </a: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-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25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최초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작성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latin typeface="+mn-ea"/>
                          <a:ea typeface="+mn-ea"/>
                        </a:rPr>
                        <a:t>최현우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서범서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 dirty="0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 dirty="0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04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60;p2"/>
          <p:cNvSpPr txBox="1">
            <a:spLocks noGrp="1"/>
          </p:cNvSpPr>
          <p:nvPr>
            <p:ph type="title"/>
          </p:nvPr>
        </p:nvSpPr>
        <p:spPr>
          <a:xfrm>
            <a:off x="121192" y="163209"/>
            <a:ext cx="3924151" cy="4432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3F3F3F"/>
              </a:buClr>
              <a:buSzPts val="2800"/>
            </a:pPr>
            <a:r>
              <a:rPr lang="ko-KR" altLang="en-US" sz="2585" dirty="0">
                <a:solidFill>
                  <a:schemeClr val="tx1"/>
                </a:solidFill>
              </a:rPr>
              <a:t>목 차</a:t>
            </a:r>
            <a:endParaRPr sz="2585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5AB43F-BBA4-4528-ACFA-FBA27737918A}"/>
              </a:ext>
            </a:extLst>
          </p:cNvPr>
          <p:cNvSpPr txBox="1"/>
          <p:nvPr/>
        </p:nvSpPr>
        <p:spPr>
          <a:xfrm>
            <a:off x="533804" y="934896"/>
            <a:ext cx="3098925" cy="397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스케줄 설정 및 수정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수동 실행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프로세스 모니터링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메일 수신인 변경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과제별 주의사항</a:t>
            </a:r>
            <a:endParaRPr lang="en-US" altLang="ko-KR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444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(1/6)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</a:t>
            </a:r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현재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RPA </a:t>
            </a:r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스케줄 </a:t>
            </a:r>
            <a:endParaRPr lang="en-US" altLang="ko-KR" sz="1292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08;p5">
            <a:extLst>
              <a:ext uri="{FF2B5EF4-FFF2-40B4-BE49-F238E27FC236}">
                <a16:creationId xmlns:a16="http://schemas.microsoft.com/office/drawing/2014/main" id="{5B1724B9-F25A-4910-B89E-D38831741E03}"/>
              </a:ext>
            </a:extLst>
          </p:cNvPr>
          <p:cNvSpPr/>
          <p:nvPr/>
        </p:nvSpPr>
        <p:spPr>
          <a:xfrm>
            <a:off x="5612177" y="2531670"/>
            <a:ext cx="3121016" cy="1619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GuessKorea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HR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RPA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스케줄 표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월 마감 보고 메일 로직은 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lang="ko-KR" altLang="en-US" sz="110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시프티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월 마감 메일 발송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’ 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흐름에 포함</a:t>
            </a:r>
            <a:endParaRPr lang="en-US" altLang="ko-KR" sz="1108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주 마감 보고 메일 로직은 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lang="ko-KR" altLang="en-US" sz="110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조퇴자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및 근무일정 오류 확인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’ 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흐름 마지막에 포함</a:t>
            </a:r>
            <a:endParaRPr lang="en-US" altLang="ko-KR" sz="1108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A6A221E-B25F-3EBE-068D-246224049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47" y="2762257"/>
            <a:ext cx="4715533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4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(2/6)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0265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85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https://asia.flow.microsoft.com/ko-kr/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후 내 흐름 클릭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33FE85A-09FA-4947-A38B-D48D20DE5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58" y="1915626"/>
            <a:ext cx="4771759" cy="363412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31E397-6CBA-4F9B-B6FD-4D8354F9C500}"/>
              </a:ext>
            </a:extLst>
          </p:cNvPr>
          <p:cNvSpPr/>
          <p:nvPr/>
        </p:nvSpPr>
        <p:spPr>
          <a:xfrm>
            <a:off x="733658" y="2825714"/>
            <a:ext cx="1060636" cy="21078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8346405-BEAD-4073-A6A8-17F98841D7D4}"/>
              </a:ext>
            </a:extLst>
          </p:cNvPr>
          <p:cNvSpPr/>
          <p:nvPr/>
        </p:nvSpPr>
        <p:spPr>
          <a:xfrm>
            <a:off x="1794294" y="2688834"/>
            <a:ext cx="247124" cy="20457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605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(3/6)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36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스케줄 수정하려는 프로세스 클릭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보통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flows(</a:t>
            </a:r>
            <a:r>
              <a:rPr lang="ko-KR" altLang="en-US" sz="110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클라우드흐름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탭에 있지만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흐름을 공유했다면 </a:t>
            </a:r>
            <a:b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With Me(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공유한 항목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탭에서</a:t>
            </a:r>
            <a:b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조회가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A03019-19A0-BDA2-3B1C-606DEE99E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06" y="2218345"/>
            <a:ext cx="4828771" cy="289764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7AE7E9-AE27-4678-A8E6-BE6F5475AE21}"/>
              </a:ext>
            </a:extLst>
          </p:cNvPr>
          <p:cNvSpPr/>
          <p:nvPr/>
        </p:nvSpPr>
        <p:spPr>
          <a:xfrm>
            <a:off x="677081" y="3078112"/>
            <a:ext cx="2367959" cy="3039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3D86147-C51F-47B1-A5F3-C145516473AB}"/>
              </a:ext>
            </a:extLst>
          </p:cNvPr>
          <p:cNvSpPr/>
          <p:nvPr/>
        </p:nvSpPr>
        <p:spPr>
          <a:xfrm>
            <a:off x="455262" y="2950594"/>
            <a:ext cx="175407" cy="2017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9268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(4/6)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34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편집을 눌러 수정 페이지로 이동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824D61-3AE0-60CC-0B64-9A23094E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7" y="2661110"/>
            <a:ext cx="4773094" cy="65843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7E82BF-96DB-4997-BE7F-18E8BBB534C3}"/>
              </a:ext>
            </a:extLst>
          </p:cNvPr>
          <p:cNvSpPr/>
          <p:nvPr/>
        </p:nvSpPr>
        <p:spPr>
          <a:xfrm>
            <a:off x="558263" y="2657436"/>
            <a:ext cx="318293" cy="2562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A4D92DB-FE11-4444-A65D-1722E7DF557F}"/>
              </a:ext>
            </a:extLst>
          </p:cNvPr>
          <p:cNvSpPr/>
          <p:nvPr/>
        </p:nvSpPr>
        <p:spPr>
          <a:xfrm>
            <a:off x="414327" y="2513415"/>
            <a:ext cx="141522" cy="14218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286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28918D8-EB91-EDAB-DA98-11C115A18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098" y="4065692"/>
            <a:ext cx="2925763" cy="17352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8DB6114-AAE7-6668-373B-747B04F39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89" y="2653634"/>
            <a:ext cx="3017731" cy="11167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F724DAB-54C3-700D-3E6E-BD73625C6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913" y="1822880"/>
            <a:ext cx="3510134" cy="63872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(5/6)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875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4, 5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번을 순서대로 클릭하여 고급 옵션 표시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스케줄 수행 주기 설정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개월 등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스케줄 수행 시작 시간 설정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복수 선택 가능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F2E00A-988E-422C-A6C7-BACD7B193F60}"/>
              </a:ext>
            </a:extLst>
          </p:cNvPr>
          <p:cNvSpPr/>
          <p:nvPr/>
        </p:nvSpPr>
        <p:spPr>
          <a:xfrm>
            <a:off x="2089477" y="2173762"/>
            <a:ext cx="188147" cy="1677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ADA3A3-14F7-4576-ABED-5D71B9E0DCC0}"/>
              </a:ext>
            </a:extLst>
          </p:cNvPr>
          <p:cNvSpPr/>
          <p:nvPr/>
        </p:nvSpPr>
        <p:spPr>
          <a:xfrm>
            <a:off x="1439416" y="3535126"/>
            <a:ext cx="589409" cy="1677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09C253-12AC-4392-B805-1CE7800376B5}"/>
              </a:ext>
            </a:extLst>
          </p:cNvPr>
          <p:cNvSpPr/>
          <p:nvPr/>
        </p:nvSpPr>
        <p:spPr>
          <a:xfrm>
            <a:off x="2197836" y="4954824"/>
            <a:ext cx="2129689" cy="1451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33C96A8-F613-46AF-8E5B-F203DF438FF2}"/>
              </a:ext>
            </a:extLst>
          </p:cNvPr>
          <p:cNvSpPr/>
          <p:nvPr/>
        </p:nvSpPr>
        <p:spPr>
          <a:xfrm>
            <a:off x="2968461" y="4444925"/>
            <a:ext cx="1359064" cy="1451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아래쪽 화살표 6">
            <a:extLst>
              <a:ext uri="{FF2B5EF4-FFF2-40B4-BE49-F238E27FC236}">
                <a16:creationId xmlns:a16="http://schemas.microsoft.com/office/drawing/2014/main" id="{2D12B554-FA36-4B4F-8726-8A5356B2E7F8}"/>
              </a:ext>
            </a:extLst>
          </p:cNvPr>
          <p:cNvSpPr/>
          <p:nvPr/>
        </p:nvSpPr>
        <p:spPr>
          <a:xfrm>
            <a:off x="2824768" y="2475365"/>
            <a:ext cx="183692" cy="15994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8F2498D-F5ED-4868-BC17-D866289ECB53}"/>
              </a:ext>
            </a:extLst>
          </p:cNvPr>
          <p:cNvSpPr/>
          <p:nvPr/>
        </p:nvSpPr>
        <p:spPr>
          <a:xfrm>
            <a:off x="2345385" y="2176927"/>
            <a:ext cx="188146" cy="1677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C68B684-314A-4B6D-AA5B-057CE06F38E5}"/>
              </a:ext>
            </a:extLst>
          </p:cNvPr>
          <p:cNvSpPr/>
          <p:nvPr/>
        </p:nvSpPr>
        <p:spPr>
          <a:xfrm>
            <a:off x="2089477" y="3527108"/>
            <a:ext cx="188146" cy="1677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A1632FC4-0D92-43BD-926D-624BA80E6501}"/>
              </a:ext>
            </a:extLst>
          </p:cNvPr>
          <p:cNvSpPr/>
          <p:nvPr/>
        </p:nvSpPr>
        <p:spPr>
          <a:xfrm>
            <a:off x="2763833" y="4254658"/>
            <a:ext cx="188146" cy="1902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E5C5DFF-5CE0-41A6-BB31-8837EA46825B}"/>
              </a:ext>
            </a:extLst>
          </p:cNvPr>
          <p:cNvSpPr/>
          <p:nvPr/>
        </p:nvSpPr>
        <p:spPr>
          <a:xfrm>
            <a:off x="1934752" y="4950041"/>
            <a:ext cx="188146" cy="1690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아래쪽 화살표 6">
            <a:extLst>
              <a:ext uri="{FF2B5EF4-FFF2-40B4-BE49-F238E27FC236}">
                <a16:creationId xmlns:a16="http://schemas.microsoft.com/office/drawing/2014/main" id="{C1146AE5-7833-4791-8A3C-D6BEFE3214AD}"/>
              </a:ext>
            </a:extLst>
          </p:cNvPr>
          <p:cNvSpPr/>
          <p:nvPr/>
        </p:nvSpPr>
        <p:spPr>
          <a:xfrm>
            <a:off x="2830481" y="3889693"/>
            <a:ext cx="183692" cy="15994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91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(6/6)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59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제목을 변경하고 싶을 경우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스케줄 제목 변경 후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눌러 저장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B74783F-A787-22AC-F681-0D80CC21E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34" y="1950761"/>
            <a:ext cx="5048960" cy="35941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332F3A9-D8FA-E713-B286-1CF27786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" y="1985129"/>
            <a:ext cx="2523717" cy="17782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C1DDD82-4EAE-137C-130A-2E894D49F2A9}"/>
              </a:ext>
            </a:extLst>
          </p:cNvPr>
          <p:cNvSpPr/>
          <p:nvPr/>
        </p:nvSpPr>
        <p:spPr>
          <a:xfrm>
            <a:off x="619200" y="1985128"/>
            <a:ext cx="2523717" cy="1662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9DCF4A-72FA-43E8-8901-FCB0DCABFCCB}"/>
              </a:ext>
            </a:extLst>
          </p:cNvPr>
          <p:cNvSpPr/>
          <p:nvPr/>
        </p:nvSpPr>
        <p:spPr>
          <a:xfrm>
            <a:off x="3609895" y="5259520"/>
            <a:ext cx="733505" cy="2197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2E4D062-C346-855B-6A90-36E6E8ED841D}"/>
              </a:ext>
            </a:extLst>
          </p:cNvPr>
          <p:cNvSpPr/>
          <p:nvPr/>
        </p:nvSpPr>
        <p:spPr>
          <a:xfrm>
            <a:off x="2819887" y="1750164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0215640-DCA5-D373-00FA-335D1B2A79C1}"/>
              </a:ext>
            </a:extLst>
          </p:cNvPr>
          <p:cNvSpPr/>
          <p:nvPr/>
        </p:nvSpPr>
        <p:spPr>
          <a:xfrm>
            <a:off x="4368645" y="5060622"/>
            <a:ext cx="203355" cy="19889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545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수동 실행</a:t>
            </a: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0265" y="2076898"/>
            <a:ext cx="3121016" cy="136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https://asia.flow.microsoft.com/ko-kr/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수동실행 방법</a:t>
            </a:r>
            <a:b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빨간 네모 박스 버튼 클릭 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5C50CE-6B9E-E8B8-BBA7-C3F30F5DB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19" y="2143240"/>
            <a:ext cx="5030138" cy="3403991"/>
          </a:xfrm>
          <a:prstGeom prst="rect">
            <a:avLst/>
          </a:prstGeom>
        </p:spPr>
      </p:pic>
      <p:sp>
        <p:nvSpPr>
          <p:cNvPr id="14" name="직사각형 51">
            <a:extLst>
              <a:ext uri="{FF2B5EF4-FFF2-40B4-BE49-F238E27FC236}">
                <a16:creationId xmlns:a16="http://schemas.microsoft.com/office/drawing/2014/main" id="{42BB4DB1-9C41-465C-ABEC-5D316E8A760C}"/>
              </a:ext>
            </a:extLst>
          </p:cNvPr>
          <p:cNvSpPr/>
          <p:nvPr/>
        </p:nvSpPr>
        <p:spPr>
          <a:xfrm>
            <a:off x="3439846" y="3358627"/>
            <a:ext cx="207769" cy="261864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3876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프로세스 모니터링 </a:t>
            </a:r>
            <a:r>
              <a:rPr lang="en-US" altLang="ko-KR" dirty="0">
                <a:solidFill>
                  <a:schemeClr val="tx1"/>
                </a:solidFill>
              </a:rPr>
              <a:t>(1/3)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2131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https://asia.flow.microsoft.com/ko-kr/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모니터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(Monitor)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데스크톱 흐름 실행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(Desktop Flow Runs)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클릭하여 실행된 데스크톱 흐름 현황을 파악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 데스크톱 흐름은 클릭하여 해당 흐름의 실행 내역을 파악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202A53-7F9A-0BBB-4CBA-E50FCBB41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10" y="2177143"/>
            <a:ext cx="5225142" cy="3038346"/>
          </a:xfrm>
          <a:prstGeom prst="rect">
            <a:avLst/>
          </a:prstGeom>
        </p:spPr>
      </p:pic>
      <p:sp>
        <p:nvSpPr>
          <p:cNvPr id="16" name="직사각형 51">
            <a:extLst>
              <a:ext uri="{FF2B5EF4-FFF2-40B4-BE49-F238E27FC236}">
                <a16:creationId xmlns:a16="http://schemas.microsoft.com/office/drawing/2014/main" id="{D82A02A9-E55D-4FDA-B61D-9BC45884E880}"/>
              </a:ext>
            </a:extLst>
          </p:cNvPr>
          <p:cNvSpPr/>
          <p:nvPr/>
        </p:nvSpPr>
        <p:spPr>
          <a:xfrm>
            <a:off x="343208" y="3864028"/>
            <a:ext cx="634591" cy="157199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21" name="직사각형 51">
            <a:extLst>
              <a:ext uri="{FF2B5EF4-FFF2-40B4-BE49-F238E27FC236}">
                <a16:creationId xmlns:a16="http://schemas.microsoft.com/office/drawing/2014/main" id="{1D1E413B-C949-4A59-A294-3A6EBF9AD067}"/>
              </a:ext>
            </a:extLst>
          </p:cNvPr>
          <p:cNvSpPr/>
          <p:nvPr/>
        </p:nvSpPr>
        <p:spPr>
          <a:xfrm>
            <a:off x="478406" y="4689768"/>
            <a:ext cx="732085" cy="221866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22" name="직사각형 51">
            <a:extLst>
              <a:ext uri="{FF2B5EF4-FFF2-40B4-BE49-F238E27FC236}">
                <a16:creationId xmlns:a16="http://schemas.microsoft.com/office/drawing/2014/main" id="{E6A71F32-F2D7-4C1B-860F-9F2E4955CCD6}"/>
              </a:ext>
            </a:extLst>
          </p:cNvPr>
          <p:cNvSpPr/>
          <p:nvPr/>
        </p:nvSpPr>
        <p:spPr>
          <a:xfrm>
            <a:off x="3330451" y="2801191"/>
            <a:ext cx="1685686" cy="2414298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61137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프로세스 모니터링 </a:t>
            </a:r>
            <a:r>
              <a:rPr lang="en-US" altLang="ko-KR" dirty="0">
                <a:solidFill>
                  <a:schemeClr val="tx1"/>
                </a:solidFill>
              </a:rPr>
              <a:t>(2/3)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10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 흐름의 수행 이력을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실행 일시를 클릭하여 해당 스케줄에 발생한 상세 이력을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120F5C-A9C3-177B-50E1-6B81B01F5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6" y="2091783"/>
            <a:ext cx="4884536" cy="3096363"/>
          </a:xfrm>
          <a:prstGeom prst="rect">
            <a:avLst/>
          </a:prstGeom>
        </p:spPr>
      </p:pic>
      <p:sp>
        <p:nvSpPr>
          <p:cNvPr id="13" name="직사각형 51">
            <a:extLst>
              <a:ext uri="{FF2B5EF4-FFF2-40B4-BE49-F238E27FC236}">
                <a16:creationId xmlns:a16="http://schemas.microsoft.com/office/drawing/2014/main" id="{B2909E6D-B7C7-4B8B-B5C8-BB510AEA264D}"/>
              </a:ext>
            </a:extLst>
          </p:cNvPr>
          <p:cNvSpPr/>
          <p:nvPr/>
        </p:nvSpPr>
        <p:spPr>
          <a:xfrm>
            <a:off x="712782" y="4787956"/>
            <a:ext cx="2622363" cy="138877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66121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프로세스 모니터링 </a:t>
            </a:r>
            <a:r>
              <a:rPr lang="en-US" altLang="ko-KR" dirty="0">
                <a:solidFill>
                  <a:schemeClr val="tx1"/>
                </a:solidFill>
              </a:rPr>
              <a:t>(3/3)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54682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10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흐름 수행 상세 내역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작업을 클릭하면 우측 작업 세부 정보에서 상세한 내용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F7F4A981-F245-4D07-A955-99A77D9E2E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11" y="2284473"/>
            <a:ext cx="5043644" cy="2782477"/>
          </a:xfrm>
          <a:prstGeom prst="rect">
            <a:avLst/>
          </a:prstGeom>
        </p:spPr>
      </p:pic>
      <p:sp>
        <p:nvSpPr>
          <p:cNvPr id="14" name="직사각형 51">
            <a:extLst>
              <a:ext uri="{FF2B5EF4-FFF2-40B4-BE49-F238E27FC236}">
                <a16:creationId xmlns:a16="http://schemas.microsoft.com/office/drawing/2014/main" id="{9FFBBC91-A5E2-4B9B-B051-4B13717A3BB7}"/>
              </a:ext>
            </a:extLst>
          </p:cNvPr>
          <p:cNvSpPr/>
          <p:nvPr/>
        </p:nvSpPr>
        <p:spPr>
          <a:xfrm>
            <a:off x="1048292" y="2646223"/>
            <a:ext cx="4287106" cy="2420727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20270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626F286-FD2D-DD9A-5249-EA66CC13F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77" y="1693088"/>
            <a:ext cx="4581274" cy="4272237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4. HR</a:t>
            </a:r>
            <a:r>
              <a:rPr lang="ko-KR" altLang="en-US" dirty="0">
                <a:solidFill>
                  <a:schemeClr val="tx1"/>
                </a:solidFill>
              </a:rPr>
              <a:t> 업데이트 파일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기준정보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HR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기준정보 폴더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2" name="Google Shape;97;p5"/>
          <p:cNvSpPr/>
          <p:nvPr/>
        </p:nvSpPr>
        <p:spPr>
          <a:xfrm>
            <a:off x="5612082" y="1154682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4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200" dirty="0">
                <a:ea typeface="Arial"/>
                <a:cs typeface="Arial"/>
                <a:sym typeface="Arial"/>
              </a:rPr>
              <a:t>현업 업데이트 파일</a:t>
            </a:r>
            <a:endParaRPr lang="en-US" altLang="ko-KR" sz="1200" dirty="0"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200" dirty="0">
                <a:ea typeface="Arial"/>
                <a:cs typeface="Arial"/>
                <a:sym typeface="Arial"/>
              </a:rPr>
              <a:t>(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임원진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, 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단축근무자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,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 임산부 및 산후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1</a:t>
            </a:r>
            <a:r>
              <a:rPr lang="ko-KR" altLang="en-US" sz="1200" dirty="0" err="1">
                <a:ea typeface="Arial"/>
                <a:cs typeface="Arial"/>
                <a:sym typeface="Arial"/>
              </a:rPr>
              <a:t>년미만자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 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파일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, </a:t>
            </a:r>
            <a:r>
              <a:rPr lang="ko-KR" altLang="en-US" sz="1200" dirty="0" err="1">
                <a:ea typeface="Arial"/>
                <a:cs typeface="Arial"/>
                <a:sym typeface="Arial"/>
              </a:rPr>
              <a:t>패널티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)</a:t>
            </a:r>
            <a:endParaRPr lang="en-US" altLang="ko-KR" sz="1108" dirty="0"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해당 파일들의 </a:t>
            </a:r>
            <a:r>
              <a:rPr lang="ko-KR" altLang="en-US" sz="1108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칼럼명</a:t>
            </a:r>
            <a:r>
              <a:rPr lang="en-US" altLang="ko-KR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8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시트명</a:t>
            </a:r>
            <a:r>
              <a:rPr lang="ko-KR" altLang="en-US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변경 금지</a:t>
            </a:r>
            <a:r>
              <a:rPr lang="en-US" altLang="ko-KR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!!</a:t>
            </a:r>
          </a:p>
        </p:txBody>
      </p:sp>
      <p:sp>
        <p:nvSpPr>
          <p:cNvPr id="14" name="직사각형 51">
            <a:extLst>
              <a:ext uri="{FF2B5EF4-FFF2-40B4-BE49-F238E27FC236}">
                <a16:creationId xmlns:a16="http://schemas.microsoft.com/office/drawing/2014/main" id="{9FFBBC91-A5E2-4B9B-B051-4B13717A3BB7}"/>
              </a:ext>
            </a:extLst>
          </p:cNvPr>
          <p:cNvSpPr/>
          <p:nvPr/>
        </p:nvSpPr>
        <p:spPr>
          <a:xfrm>
            <a:off x="1788521" y="2786743"/>
            <a:ext cx="928553" cy="296091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1" name="직사각형 51">
            <a:extLst>
              <a:ext uri="{FF2B5EF4-FFF2-40B4-BE49-F238E27FC236}">
                <a16:creationId xmlns:a16="http://schemas.microsoft.com/office/drawing/2014/main" id="{74175EC9-A766-2F26-8E60-DC8D552BEB55}"/>
              </a:ext>
            </a:extLst>
          </p:cNvPr>
          <p:cNvSpPr/>
          <p:nvPr/>
        </p:nvSpPr>
        <p:spPr>
          <a:xfrm>
            <a:off x="974270" y="5773783"/>
            <a:ext cx="419102" cy="191542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36010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5. </a:t>
            </a:r>
            <a:r>
              <a:rPr lang="ko-KR" altLang="en-US" dirty="0">
                <a:solidFill>
                  <a:schemeClr val="tx1"/>
                </a:solidFill>
              </a:rPr>
              <a:t>이메일 수신인 변경</a:t>
            </a: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P.A.D - Main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9056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제목 2">
            <a:extLst>
              <a:ext uri="{FF2B5EF4-FFF2-40B4-BE49-F238E27FC236}">
                <a16:creationId xmlns:a16="http://schemas.microsoft.com/office/drawing/2014/main" id="{34601E01-20C6-DDBA-501B-5AD597EEB55D}"/>
              </a:ext>
            </a:extLst>
          </p:cNvPr>
          <p:cNvSpPr txBox="1">
            <a:spLocks/>
          </p:cNvSpPr>
          <p:nvPr/>
        </p:nvSpPr>
        <p:spPr>
          <a:xfrm>
            <a:off x="334122" y="705263"/>
            <a:ext cx="8175380" cy="469925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1" hangingPunct="1">
              <a:lnSpc>
                <a:spcPct val="130000"/>
              </a:lnSpc>
              <a:spcBef>
                <a:spcPct val="0"/>
              </a:spcBef>
              <a:buNone/>
              <a:defRPr sz="2031" b="1" kern="1200" cap="none">
                <a:solidFill>
                  <a:srgbClr val="039BE7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1500" dirty="0">
                <a:solidFill>
                  <a:schemeClr val="tx1"/>
                </a:solidFill>
              </a:rPr>
              <a:t>- PAD </a:t>
            </a:r>
            <a:r>
              <a:rPr lang="ko-KR" altLang="en-US" sz="1500" dirty="0">
                <a:solidFill>
                  <a:schemeClr val="tx1"/>
                </a:solidFill>
              </a:rPr>
              <a:t>소스 </a:t>
            </a:r>
            <a:r>
              <a:rPr lang="en-US" altLang="ko-KR" sz="1500" dirty="0">
                <a:solidFill>
                  <a:schemeClr val="tx1"/>
                </a:solidFill>
              </a:rPr>
              <a:t>Main </a:t>
            </a:r>
            <a:r>
              <a:rPr lang="en-US" altLang="ko-KR" sz="1500" dirty="0" err="1">
                <a:solidFill>
                  <a:schemeClr val="tx1"/>
                </a:solidFill>
              </a:rPr>
              <a:t>Subflow</a:t>
            </a:r>
            <a:r>
              <a:rPr lang="en-US" altLang="ko-KR" sz="1500" dirty="0">
                <a:solidFill>
                  <a:schemeClr val="tx1"/>
                </a:solidFill>
              </a:rPr>
              <a:t>(</a:t>
            </a:r>
            <a:r>
              <a:rPr lang="ko-KR" altLang="en-US" sz="1500" dirty="0">
                <a:solidFill>
                  <a:schemeClr val="tx1"/>
                </a:solidFill>
              </a:rPr>
              <a:t>공통 소스</a:t>
            </a:r>
            <a:r>
              <a:rPr lang="en-US" altLang="ko-KR" sz="1500" dirty="0">
                <a:solidFill>
                  <a:schemeClr val="tx1"/>
                </a:solidFill>
              </a:rPr>
              <a:t>)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23" name="Google Shape;108;p5">
            <a:extLst>
              <a:ext uri="{FF2B5EF4-FFF2-40B4-BE49-F238E27FC236}">
                <a16:creationId xmlns:a16="http://schemas.microsoft.com/office/drawing/2014/main" id="{60CDDB7C-C1D9-7D3D-EEDC-52E31B444E72}"/>
              </a:ext>
            </a:extLst>
          </p:cNvPr>
          <p:cNvSpPr/>
          <p:nvPr/>
        </p:nvSpPr>
        <p:spPr>
          <a:xfrm>
            <a:off x="5680626" y="3099776"/>
            <a:ext cx="3070834" cy="236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2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latin typeface="맑은 고딕"/>
                <a:ea typeface="맑은 고딕"/>
              </a:rPr>
              <a:t>각 흐름의 </a:t>
            </a:r>
            <a:r>
              <a:rPr lang="en-US" altLang="ko-KR" sz="1200" b="1" kern="0" dirty="0">
                <a:latin typeface="맑은 고딕"/>
                <a:ea typeface="맑은 고딕"/>
              </a:rPr>
              <a:t>Main </a:t>
            </a:r>
            <a:r>
              <a:rPr lang="en-US" altLang="ko-KR" sz="1200" b="1" kern="0" dirty="0" err="1">
                <a:latin typeface="맑은 고딕"/>
                <a:ea typeface="맑은 고딕"/>
              </a:rPr>
              <a:t>SubFlow</a:t>
            </a:r>
            <a:r>
              <a:rPr lang="ko-KR" altLang="en-US" sz="1200" b="1" kern="0" dirty="0">
                <a:latin typeface="맑은 고딕"/>
                <a:ea typeface="맑은 고딕"/>
              </a:rPr>
              <a:t>에서 확인가능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latin typeface="맑은 고딕"/>
                <a:ea typeface="맑은 고딕"/>
              </a:rPr>
              <a:t>복수일 시 세미콜론을 붙여 메일주소들을 구분 시킨다</a:t>
            </a:r>
            <a:r>
              <a:rPr lang="en-US" altLang="ko-KR" sz="1200" b="1" kern="0" dirty="0">
                <a:latin typeface="맑은 고딕"/>
                <a:ea typeface="맑은 고딕"/>
              </a:rPr>
              <a:t>.</a:t>
            </a:r>
            <a:br>
              <a:rPr lang="en-US" altLang="ko-KR" sz="1200" b="1" kern="0" dirty="0">
                <a:latin typeface="맑은 고딕"/>
                <a:ea typeface="맑은 고딕"/>
              </a:rPr>
            </a:br>
            <a:r>
              <a:rPr lang="en-US" altLang="ko-KR" sz="1050" b="1" kern="0" dirty="0">
                <a:latin typeface="맑은 고딕"/>
                <a:ea typeface="맑은 고딕"/>
              </a:rPr>
              <a:t>ex) </a:t>
            </a:r>
            <a:r>
              <a:rPr lang="en-US" altLang="ko-KR" sz="1050" b="1" kern="0" dirty="0">
                <a:latin typeface="맑은 고딕"/>
                <a:ea typeface="맑은 고딕"/>
                <a:hlinkClick r:id="rId3"/>
              </a:rPr>
              <a:t>test1@gmail.com</a:t>
            </a:r>
            <a:r>
              <a:rPr lang="en-US" altLang="ko-KR" sz="1050" b="1" kern="0" dirty="0">
                <a:latin typeface="맑은 고딕"/>
                <a:ea typeface="맑은 고딕"/>
              </a:rPr>
              <a:t>; test2@gmail.com;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Email_From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</a:t>
            </a:r>
            <a:r>
              <a:rPr lang="ko-KR" altLang="en-US" sz="1200" b="1" kern="0" dirty="0" err="1">
                <a:latin typeface="맑은 고딕"/>
                <a:ea typeface="맑은 고딕"/>
              </a:rPr>
              <a:t>메일발송계정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Email_To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메일수신계정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Email_CC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</a:t>
            </a:r>
            <a:r>
              <a:rPr lang="ko-KR" altLang="en-US" sz="1200" b="1" kern="0" dirty="0" err="1">
                <a:latin typeface="맑은 고딕"/>
                <a:ea typeface="맑은 고딕"/>
              </a:rPr>
              <a:t>메일참조계정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Email_BCC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</a:t>
            </a:r>
            <a:r>
              <a:rPr lang="ko-KR" altLang="en-US" sz="1200" b="1" kern="0" dirty="0" err="1">
                <a:latin typeface="맑은 고딕"/>
                <a:ea typeface="맑은 고딕"/>
              </a:rPr>
              <a:t>메일숨은참조계정</a:t>
            </a:r>
            <a:endParaRPr lang="en-US" altLang="ko-KR" sz="1200" b="1" kern="0" dirty="0">
              <a:latin typeface="맑은 고딕"/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2934A7-3DA9-DF15-C93B-0D6A5FDA2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70" y="2970546"/>
            <a:ext cx="5127287" cy="22580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E65A79-EE13-E226-C948-6788E66CB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70" y="2411185"/>
            <a:ext cx="5127287" cy="297304"/>
          </a:xfrm>
          <a:prstGeom prst="rect">
            <a:avLst/>
          </a:prstGeom>
        </p:spPr>
      </p:pic>
      <p:sp>
        <p:nvSpPr>
          <p:cNvPr id="15" name="직사각형 51">
            <a:extLst>
              <a:ext uri="{FF2B5EF4-FFF2-40B4-BE49-F238E27FC236}">
                <a16:creationId xmlns:a16="http://schemas.microsoft.com/office/drawing/2014/main" id="{4C5EF1DF-29B0-5D82-7621-9D60B796B34A}"/>
              </a:ext>
            </a:extLst>
          </p:cNvPr>
          <p:cNvSpPr/>
          <p:nvPr/>
        </p:nvSpPr>
        <p:spPr>
          <a:xfrm>
            <a:off x="352969" y="2342606"/>
            <a:ext cx="5127287" cy="400393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6" name="직사각형 51">
            <a:extLst>
              <a:ext uri="{FF2B5EF4-FFF2-40B4-BE49-F238E27FC236}">
                <a16:creationId xmlns:a16="http://schemas.microsoft.com/office/drawing/2014/main" id="{1C3CEB93-3CB9-D8D7-013C-AADB3C465847}"/>
              </a:ext>
            </a:extLst>
          </p:cNvPr>
          <p:cNvSpPr/>
          <p:nvPr/>
        </p:nvSpPr>
        <p:spPr>
          <a:xfrm>
            <a:off x="827587" y="3152607"/>
            <a:ext cx="4652670" cy="2075999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2149351-4DB9-C614-B823-F6FBB3515B16}"/>
              </a:ext>
            </a:extLst>
          </p:cNvPr>
          <p:cNvSpPr/>
          <p:nvPr/>
        </p:nvSpPr>
        <p:spPr>
          <a:xfrm>
            <a:off x="352969" y="2107499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C344E88-78E9-2EDB-0ED7-CCAF48CB7FA0}"/>
              </a:ext>
            </a:extLst>
          </p:cNvPr>
          <p:cNvSpPr/>
          <p:nvPr/>
        </p:nvSpPr>
        <p:spPr>
          <a:xfrm>
            <a:off x="827587" y="2916646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Google Shape;108;p5">
            <a:extLst>
              <a:ext uri="{FF2B5EF4-FFF2-40B4-BE49-F238E27FC236}">
                <a16:creationId xmlns:a16="http://schemas.microsoft.com/office/drawing/2014/main" id="{1782F1EF-2E80-71BC-B7E1-125BF35A0614}"/>
              </a:ext>
            </a:extLst>
          </p:cNvPr>
          <p:cNvSpPr/>
          <p:nvPr/>
        </p:nvSpPr>
        <p:spPr>
          <a:xfrm>
            <a:off x="5680626" y="1970959"/>
            <a:ext cx="3070834" cy="102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1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latin typeface="맑은 고딕"/>
                <a:ea typeface="맑은 고딕"/>
              </a:rPr>
              <a:t>변수명을 </a:t>
            </a:r>
            <a:r>
              <a:rPr lang="en-US" altLang="ko-KR" sz="1200" b="1" kern="0" dirty="0">
                <a:latin typeface="맑은 고딕"/>
                <a:ea typeface="맑은 고딕"/>
              </a:rPr>
              <a:t>LIVE, DEV</a:t>
            </a:r>
            <a:r>
              <a:rPr lang="ko-KR" altLang="en-US" sz="1200" b="1" kern="0" dirty="0">
                <a:latin typeface="맑은 고딕"/>
                <a:ea typeface="맑은 고딕"/>
              </a:rPr>
              <a:t>로 설정한다</a:t>
            </a:r>
            <a:r>
              <a:rPr lang="en-US" altLang="ko-KR" sz="1200" b="1" kern="0" dirty="0">
                <a:latin typeface="맑은 고딕"/>
                <a:ea typeface="맑은 고딕"/>
              </a:rPr>
              <a:t>.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LIVE : </a:t>
            </a:r>
            <a:r>
              <a:rPr lang="ko-KR" altLang="en-US" sz="1200" b="1" kern="0" dirty="0">
                <a:latin typeface="맑은 고딕"/>
                <a:ea typeface="맑은 고딕"/>
              </a:rPr>
              <a:t>실사용 메일 발송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DEV : </a:t>
            </a:r>
            <a:r>
              <a:rPr lang="ko-KR" altLang="en-US" sz="1200" b="1" kern="0" dirty="0">
                <a:latin typeface="맑은 고딕"/>
                <a:ea typeface="맑은 고딕"/>
              </a:rPr>
              <a:t>테스트 메일 발송</a:t>
            </a:r>
            <a:endParaRPr lang="en-US" altLang="ko-KR" sz="1200" b="1" kern="0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27588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결과 파일 생성</a:t>
            </a: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</a:t>
            </a:r>
            <a:r>
              <a:rPr lang="en-US" altLang="ko-KR" sz="1292" dirty="0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InitFunc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70834" cy="123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결과 파일 생성 시 기존의 결과 파일이 존재한다면 삭제 후 </a:t>
            </a:r>
            <a:r>
              <a:rPr lang="ko-KR" altLang="en-US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재생성한다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기존의 결과파일에 수정사항이 필요하면 해당 액션을 사용 중지한다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779A45-C9EC-CA96-475D-5D889ED2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81" y="2891246"/>
            <a:ext cx="5140307" cy="153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88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재택근무시간 </a:t>
            </a:r>
            <a:r>
              <a:rPr lang="ko-KR" altLang="en-US" dirty="0" err="1">
                <a:solidFill>
                  <a:schemeClr val="tx1"/>
                </a:solidFill>
              </a:rPr>
              <a:t>미준수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Flow06_WorkFromHome</a:t>
            </a: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0265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69017" cy="76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다운로드 받은 근무일정 파일에서 재택근무 근로 가능 시간을 준수하지 않은 인원을 선별하는 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SQL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F47A0C-5D35-E21B-DC29-B74D5032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81" y="2862285"/>
            <a:ext cx="5003069" cy="1901916"/>
          </a:xfrm>
          <a:prstGeom prst="rect">
            <a:avLst/>
          </a:prstGeom>
        </p:spPr>
      </p:pic>
      <p:sp>
        <p:nvSpPr>
          <p:cNvPr id="4" name="직사각형 51">
            <a:extLst>
              <a:ext uri="{FF2B5EF4-FFF2-40B4-BE49-F238E27FC236}">
                <a16:creationId xmlns:a16="http://schemas.microsoft.com/office/drawing/2014/main" id="{8F598E14-C8EE-DE75-55DC-847C06953E0F}"/>
              </a:ext>
            </a:extLst>
          </p:cNvPr>
          <p:cNvSpPr/>
          <p:nvPr/>
        </p:nvSpPr>
        <p:spPr>
          <a:xfrm>
            <a:off x="426181" y="2862284"/>
            <a:ext cx="5003069" cy="1901917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ysDot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1917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DD9078F-D3B1-08AC-E537-813AB761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73" y="2682093"/>
            <a:ext cx="3972479" cy="2162477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재택근무 연장근무 </a:t>
            </a:r>
            <a:r>
              <a:rPr lang="ko-KR" altLang="en-US" dirty="0" err="1">
                <a:solidFill>
                  <a:schemeClr val="tx1"/>
                </a:solidFill>
              </a:rPr>
              <a:t>미준수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Flow07_WorkFromHome_OverTime</a:t>
            </a: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0265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69017" cy="76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다운로드 받은 근무일정 파일에서 재택근무 인원 중 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8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시간 초과하여 근무한 인원을 선별하는 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SQL</a:t>
            </a:r>
          </a:p>
        </p:txBody>
      </p:sp>
      <p:sp>
        <p:nvSpPr>
          <p:cNvPr id="19" name="직사각형 51">
            <a:extLst>
              <a:ext uri="{FF2B5EF4-FFF2-40B4-BE49-F238E27FC236}">
                <a16:creationId xmlns:a16="http://schemas.microsoft.com/office/drawing/2014/main" id="{5A1E5E85-E42A-E78C-549B-75C4A2740E95}"/>
              </a:ext>
            </a:extLst>
          </p:cNvPr>
          <p:cNvSpPr/>
          <p:nvPr/>
        </p:nvSpPr>
        <p:spPr>
          <a:xfrm>
            <a:off x="968473" y="2682092"/>
            <a:ext cx="3972479" cy="2162477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ysDot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37425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EB8D9E2-2CC3-5632-36A2-4E3D9AFE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55" y="2815462"/>
            <a:ext cx="4944165" cy="1895740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출근형 근로시간 </a:t>
            </a:r>
            <a:r>
              <a:rPr lang="ko-KR" altLang="en-US" dirty="0" err="1">
                <a:solidFill>
                  <a:schemeClr val="tx1"/>
                </a:solidFill>
              </a:rPr>
              <a:t>미준수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Flow08_GoToWork_Type</a:t>
            </a: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0265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69017" cy="99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다운로드 받은 근무일정 파일에서 출근형 근무자 중 근무 가능 시간을 준수하지 않은 인원을 추출하는 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SQL</a:t>
            </a:r>
            <a:endParaRPr kumimoji="0" lang="en-US" altLang="ko-KR" sz="1200" b="1" i="0" u="none" strike="noStrike" kern="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9" name="직사각형 51">
            <a:extLst>
              <a:ext uri="{FF2B5EF4-FFF2-40B4-BE49-F238E27FC236}">
                <a16:creationId xmlns:a16="http://schemas.microsoft.com/office/drawing/2014/main" id="{5A1E5E85-E42A-E78C-549B-75C4A2740E95}"/>
              </a:ext>
            </a:extLst>
          </p:cNvPr>
          <p:cNvSpPr/>
          <p:nvPr/>
        </p:nvSpPr>
        <p:spPr>
          <a:xfrm>
            <a:off x="452238" y="2815461"/>
            <a:ext cx="4944165" cy="1895741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ysDot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83534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277B72-06F4-0324-5E47-0B47E088E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39" y="2137066"/>
            <a:ext cx="4020111" cy="552527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휴가 중복생성</a:t>
            </a: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Flow09_Vacation_Duplication</a:t>
            </a: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0265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69017" cy="144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다운로드 받은 휴가일정 파일에서 휴가를 사용한 인원의 이름을 중복 제거하여 추출하는 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SQL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중복 제거된 직원들의 이름을 반복 검색하며 휴가 일정이 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2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개 이상인지 확인하여 결과물 작성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9" name="직사각형 51">
            <a:extLst>
              <a:ext uri="{FF2B5EF4-FFF2-40B4-BE49-F238E27FC236}">
                <a16:creationId xmlns:a16="http://schemas.microsoft.com/office/drawing/2014/main" id="{5A1E5E85-E42A-E78C-549B-75C4A2740E95}"/>
              </a:ext>
            </a:extLst>
          </p:cNvPr>
          <p:cNvSpPr/>
          <p:nvPr/>
        </p:nvSpPr>
        <p:spPr>
          <a:xfrm>
            <a:off x="902922" y="2137066"/>
            <a:ext cx="4021928" cy="552527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ysDot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94E1C6F-BC72-6635-F249-474849411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541" y="2756268"/>
            <a:ext cx="3940260" cy="316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518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메일 발송 </a:t>
            </a:r>
            <a:r>
              <a:rPr lang="en-US" altLang="ko-KR" dirty="0">
                <a:solidFill>
                  <a:schemeClr val="tx1"/>
                </a:solidFill>
              </a:rPr>
              <a:t>HTML </a:t>
            </a:r>
            <a:r>
              <a:rPr lang="ko-KR" altLang="en-US" dirty="0">
                <a:solidFill>
                  <a:schemeClr val="tx1"/>
                </a:solidFill>
              </a:rPr>
              <a:t>양식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공통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과제별 폴더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&gt;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기준정보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&gt;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메일커버 폴더 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4496" y="1166604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30444" y="3052340"/>
            <a:ext cx="3121016" cy="236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과제별 폴더 </a:t>
            </a:r>
            <a:r>
              <a:rPr lang="en-US" altLang="ko-KR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&gt; </a:t>
            </a: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기준정보 폴더 </a:t>
            </a:r>
            <a:r>
              <a:rPr lang="en-US" altLang="ko-KR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&gt; </a:t>
            </a: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메일커버 폴더</a:t>
            </a:r>
            <a:endParaRPr lang="en-US" altLang="ko-KR" sz="1200" b="1" kern="0" dirty="0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메일 발송 시 각 </a:t>
            </a:r>
            <a:r>
              <a:rPr kumimoji="0" lang="ko-KR" altLang="en-US" sz="1200" b="1" i="0" u="none" strike="noStrike" kern="0" cap="none" spc="0" normalizeH="0" baseline="0" dirty="0" err="1">
                <a:solidFill>
                  <a:srgbClr val="3A3838"/>
                </a:solidFill>
                <a:latin typeface="맑은 고딕"/>
                <a:ea typeface="맑은 고딕"/>
              </a:rPr>
              <a:t>작업별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 결과 발송 메일 본문에 포함되는 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HTML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 문서를 텍스트 파일에 저장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해당 텍스트 파일을 읽어 메일 발송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문구 및 스타일 변경이 필요한 경우 해당 경로의 텍스트 파일 편집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파일의 이름은 종합 </a:t>
            </a: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결과물 엑셀 파일의 시트명과 동일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하게 구성되어 있음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EFC392-F61B-ACB8-097D-0DC391C4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89" y="2206549"/>
            <a:ext cx="4859948" cy="8051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19EE3A4-99EF-C3F8-0DB9-0C08C5F36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345" y="3295125"/>
            <a:ext cx="3845592" cy="262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05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576422-C3AD-516E-205B-169A39A3C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43" y="1721779"/>
            <a:ext cx="5152174" cy="1985556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메일 발송 </a:t>
            </a:r>
            <a:r>
              <a:rPr lang="en-US" altLang="ko-KR" dirty="0">
                <a:solidFill>
                  <a:schemeClr val="tx1"/>
                </a:solidFill>
              </a:rPr>
              <a:t>HTML </a:t>
            </a:r>
            <a:r>
              <a:rPr lang="ko-KR" altLang="en-US" dirty="0">
                <a:solidFill>
                  <a:schemeClr val="tx1"/>
                </a:solidFill>
              </a:rPr>
              <a:t>양식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공통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- Main</a:t>
            </a: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4496" y="1166604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30444" y="3052340"/>
            <a:ext cx="3121016" cy="121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RPA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수행 결과 메일 본문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Subflow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 – </a:t>
            </a:r>
            <a:r>
              <a:rPr lang="en-US" altLang="ko-KR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SendMail_EachPerson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단계에서 결과물이 없는 시트의 이름을 </a:t>
            </a:r>
            <a:r>
              <a:rPr lang="en-US" altLang="ko-KR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List_NoResult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목록에 담아 메일본문에 포함하여 전달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17B50C-3563-70CC-DD6A-09FC7507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794" y="2919859"/>
            <a:ext cx="2525725" cy="2932523"/>
          </a:xfrm>
          <a:prstGeom prst="rect">
            <a:avLst/>
          </a:prstGeom>
        </p:spPr>
      </p:pic>
      <p:sp>
        <p:nvSpPr>
          <p:cNvPr id="11" name="직사각형 51">
            <a:extLst>
              <a:ext uri="{FF2B5EF4-FFF2-40B4-BE49-F238E27FC236}">
                <a16:creationId xmlns:a16="http://schemas.microsoft.com/office/drawing/2014/main" id="{0D441ED4-2BF8-9FF6-2CB7-840465039648}"/>
              </a:ext>
            </a:extLst>
          </p:cNvPr>
          <p:cNvSpPr/>
          <p:nvPr/>
        </p:nvSpPr>
        <p:spPr>
          <a:xfrm>
            <a:off x="2777794" y="4365624"/>
            <a:ext cx="2525725" cy="536616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ysDot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03020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메일 발송 </a:t>
            </a:r>
            <a:r>
              <a:rPr lang="en-US" altLang="ko-KR" dirty="0">
                <a:solidFill>
                  <a:schemeClr val="tx1"/>
                </a:solidFill>
              </a:rPr>
              <a:t>HTML </a:t>
            </a:r>
            <a:r>
              <a:rPr lang="ko-KR" altLang="en-US" dirty="0">
                <a:solidFill>
                  <a:schemeClr val="tx1"/>
                </a:solidFill>
              </a:rPr>
              <a:t>양식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공통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</a:t>
            </a:r>
            <a:r>
              <a:rPr lang="en-US" altLang="ko-KR" sz="1292" dirty="0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Make_HTML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4496" y="1166604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30444" y="3052340"/>
            <a:ext cx="3121016" cy="54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메일 발송 시 본문에 포함되는 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HTML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에 결과 테이블을 생성하는 </a:t>
            </a:r>
            <a:r>
              <a:rPr kumimoji="0" lang="en-US" altLang="ko-KR" sz="1200" b="1" i="0" u="none" strike="noStrike" kern="0" cap="none" spc="0" normalizeH="0" baseline="0" dirty="0" err="1">
                <a:solidFill>
                  <a:srgbClr val="3A3838"/>
                </a:solidFill>
                <a:latin typeface="맑은 고딕"/>
                <a:ea typeface="맑은 고딕"/>
              </a:rPr>
              <a:t>Subflow</a:t>
            </a:r>
            <a:endParaRPr kumimoji="0" lang="en-US" altLang="ko-KR" sz="1200" b="1" i="0" u="none" strike="noStrike" kern="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7B3018-8CFE-8E32-40CF-3C416E54B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40" y="1666366"/>
            <a:ext cx="5041609" cy="413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18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사용자 지정 2">
      <a:majorFont>
        <a:latin typeface="Calibri Light"/>
        <a:ea typeface="나눔고딕"/>
        <a:cs typeface=""/>
      </a:majorFont>
      <a:minorFont>
        <a:latin typeface="Calibri"/>
        <a:ea typeface="nanumgothic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08F047F1979F34FA32708BA01D67F2A" ma:contentTypeVersion="7" ma:contentTypeDescription="새 문서를 만듭니다." ma:contentTypeScope="" ma:versionID="13448f7c77833144c2444158a1e5ed19">
  <xsd:schema xmlns:xsd="http://www.w3.org/2001/XMLSchema" xmlns:xs="http://www.w3.org/2001/XMLSchema" xmlns:p="http://schemas.microsoft.com/office/2006/metadata/properties" xmlns:ns2="d48992cd-3dcc-4b11-951a-5bfe06355218" targetNamespace="http://schemas.microsoft.com/office/2006/metadata/properties" ma:root="true" ma:fieldsID="e83133d9522a050f0d4460aaa721c87b" ns2:_="">
    <xsd:import namespace="d48992cd-3dcc-4b11-951a-5bfe063552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992cd-3dcc-4b11-951a-5bfe063552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B64580-A08D-470A-919E-A472AE9E8F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8992cd-3dcc-4b11-951a-5bfe063552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A3A38A-D043-4435-A520-7FB8E8C142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F89519-1F9F-4F5A-882B-922180E4670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7044</TotalTime>
  <Words>956</Words>
  <Application>Microsoft Office PowerPoint</Application>
  <PresentationFormat>화면 슬라이드 쇼(4:3)</PresentationFormat>
  <Paragraphs>243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4" baseType="lpstr">
      <vt:lpstr>HY헤드라인M</vt:lpstr>
      <vt:lpstr>Noto Sans Symbols</vt:lpstr>
      <vt:lpstr>nanumgothic</vt:lpstr>
      <vt:lpstr>nanumgothic</vt:lpstr>
      <vt:lpstr>나눔고딕 (제목)</vt:lpstr>
      <vt:lpstr>Malgun Gothic</vt:lpstr>
      <vt:lpstr>Malgun Gothic</vt:lpstr>
      <vt:lpstr>Arial</vt:lpstr>
      <vt:lpstr>Calibri</vt:lpstr>
      <vt:lpstr>Calibri Light</vt:lpstr>
      <vt:lpstr>Office Theme</vt:lpstr>
      <vt:lpstr>PowerPoint 프레젠테이션</vt:lpstr>
      <vt:lpstr>개정 이력</vt:lpstr>
      <vt:lpstr>목 차</vt:lpstr>
      <vt:lpstr>1. 스케줄 설정 및 수정 (1/6)</vt:lpstr>
      <vt:lpstr>1. 스케줄 설정 및 수정 (2/6)</vt:lpstr>
      <vt:lpstr>1. 스케줄 설정 및 수정 (3/6)</vt:lpstr>
      <vt:lpstr>1. 스케줄 설정 및 수정 (4/6)</vt:lpstr>
      <vt:lpstr>1. 스케줄 설정 및 수정 (5/6)</vt:lpstr>
      <vt:lpstr>1. 스케줄 설정 및 수정 (6/6)</vt:lpstr>
      <vt:lpstr>2. 수동 실행</vt:lpstr>
      <vt:lpstr>3. 프로세스 모니터링 (1/3)</vt:lpstr>
      <vt:lpstr>3. 프로세스 모니터링 (2/3)</vt:lpstr>
      <vt:lpstr>3. 프로세스 모니터링 (3/3)</vt:lpstr>
      <vt:lpstr>4. HR 업데이트 파일(기준정보)</vt:lpstr>
      <vt:lpstr>5. 이메일 수신인 변경</vt:lpstr>
      <vt:lpstr>6. 과제별 주의 사항 – 결과 파일 생성</vt:lpstr>
      <vt:lpstr>6. 과제별 주의 사항 – 재택근무시간 미준수</vt:lpstr>
      <vt:lpstr>6. 과제별 주의 사항 – 재택근무 연장근무 미준수</vt:lpstr>
      <vt:lpstr>6. 과제별 주의 사항 – 출근형 근로시간 미준수</vt:lpstr>
      <vt:lpstr>6. 과제별 주의 사항 – 휴가 중복생성</vt:lpstr>
      <vt:lpstr>6. 과제별 주의 사항 – 메일 발송 HTML 양식(공통)</vt:lpstr>
      <vt:lpstr>6. 과제별 주의 사항 – 메일 발송 HTML 양식(공통)</vt:lpstr>
      <vt:lpstr>6. 과제별 주의 사항 – 메일 발송 HTML 양식(공통)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조성근(sunggeun cho)</dc:creator>
  <cp:lastModifiedBy>최현우</cp:lastModifiedBy>
  <cp:revision>567</cp:revision>
  <dcterms:created xsi:type="dcterms:W3CDTF">2021-08-25T02:05:08Z</dcterms:created>
  <dcterms:modified xsi:type="dcterms:W3CDTF">2023-09-27T06:31:18Z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0x010100508F047F1979F34FA32708BA01D67F2A</vt:lpwstr>
  </property>
</Properties>
</file>