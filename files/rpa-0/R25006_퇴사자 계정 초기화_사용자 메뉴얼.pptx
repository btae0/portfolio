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F182FFD-09BE-439C-888C-57832E1D2A8A}">
          <p14:sldIdLst>
            <p14:sldId id="256"/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1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F9CCD8-1719-4DF9-87FD-2F5122CA41DD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2AB1D-E158-45F5-956A-4FB433D01C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20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704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188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3093B-A9BF-EEFB-EC26-8D9278A43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5D6C4A-3063-787F-1334-E2F8BF0DE5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DAFCBC-FB01-A130-CE6E-7E5E965996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BA1DC2-8752-3494-7D38-E44C77394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655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0B22F-377E-380C-A803-2C479F02A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6D400C-98A7-DA2E-DA9F-C9AFECF40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783570-D5B0-2C6D-BABF-9AD0109DC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0C6194-C251-8CC2-AB84-137468BFC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327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EA3C6A-2304-4B3A-79C1-3FCCBDA7F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9A96EBD-54B6-BD90-1ACE-F435AFC556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D1251E-97BF-7A06-85E6-556C85D8A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E32F2D-B72E-B711-D545-5E1DE8EB0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64512E-B0A4-3E85-509C-6D75608EB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340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98BBE4-0B05-973F-F0AF-6D84A7C27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716EAE-16A7-463B-B1ED-1C21D6212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072FA0-4B93-5E14-43D8-55E15E8EF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EB9D25-25DA-2A2E-1FB5-963D45AD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7C52E4-F5FA-7BCC-F523-174751839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553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6237B-35ED-3F5A-1CFD-083B3BD79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936650-C6D2-0E89-BAAF-992920665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75B15B-21EA-7DAA-D89E-1403A40BA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E93645-54E5-51CC-1059-F62A04D6B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DE35D1-029E-61F7-9270-E805734F4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739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13594-F242-3D2D-F510-829E10948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9C9469-E3F5-DB20-950D-1E1F8D782A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7368B5A-7479-7617-AFDC-B913C3CDE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71A8BF-012E-DFD2-A8F0-17A4191E3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396E4F-C2F3-C66A-BAFC-8A86935C1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9C0576-16E1-4956-29D9-10E03F3FA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42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BA3576-6376-88A0-2A74-D1231EF79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8DD258-0B70-8883-EFA5-9BDD33B0C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47F1AA-F430-5109-86ED-F7153F5CB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F527174-B442-6D1C-107B-F3CD5FA6EF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98128B4-F359-0DCE-FF04-8012E276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6032D3-7DC6-B8CE-DD50-52C8C38BD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9FC913-24D3-0EA6-8993-32F4A87B0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A3B0E26-CD0E-9FE8-B625-3F3C4E919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932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F06DC2-1B28-A71C-DADE-DB9CD5A3E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946C800-82A2-8E1A-AF62-B033F3536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AED38D-5BBC-C3A3-56EA-539C50ACD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8B8719-1440-B4F4-F8E2-C947155BF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019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825FB25-EC7A-5EE2-6AE6-0BBDB2D40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8B7DFDB-F578-677F-FF57-DC3DD473E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3D6DB0-E452-2F9B-823C-6A9C8EF93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78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1C5DE0-900C-A91C-BF16-4C5B5AE3C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EE366B-DBB2-9B48-E1E4-4FBD71C65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FB7AA27-92B9-8EFE-F827-163D4F60D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48CC9C-56FB-C71D-FD5C-10A77D6C0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B0240E-3AE7-DA2E-0C4D-DC40644D9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4102CD-8617-071C-1145-7E0EF8934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821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ACA1AB-6542-2432-B70B-50A7D3DAD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71C0C6-2524-FE77-9AE9-25F4BBBB6E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903356-14E8-A50D-1B32-2EE34726C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695A0F-5F19-A668-FF49-A6F74BCA3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917855-53FB-F92B-16A8-3D5B0EF4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A1AD71-3B6A-5045-1959-307910EE8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626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C3591-693E-EA57-8553-6BED94F4A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E6AFE5E-FF0F-2E09-3D5F-4BD393BCB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1B2AA7-C2FB-AE64-37B1-BE4BC4A5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AF3D80-ABCD-A2C4-989A-675E3844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66E235-F964-2CE6-FBEE-00B6688CE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07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EE74820-88A2-810D-F095-5C77ACE484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2A3726-A3F4-A100-C248-94410E75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2FF164-F3A9-6DC4-7B7B-43ED4C9DF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71F2DC-4595-6D98-7636-846F9CCA9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023B8F-123D-8F68-DC57-3F96A21E5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308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3D24FBE-9DEE-1C07-F16D-39CC8F774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B65B3C-2272-34F7-24F7-CB64918E3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4E6A1B-0CD4-C112-4F99-2858B9FB4A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E20FF5-C322-4BDD-8F64-3EA47F12E988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6A4C95-A0EF-FC07-1491-1E21DD15E6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B1722A-073A-7EEF-0C7A-7E8CF73714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759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그림, 아동 미술, 디자인, 패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2D0344-7707-7A18-1639-08A2602D01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AE4356A-E248-067F-E231-BD490B193B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69963"/>
            <a:ext cx="12192000" cy="1593944"/>
          </a:xfrm>
        </p:spPr>
        <p:txBody>
          <a:bodyPr>
            <a:normAutofit/>
          </a:bodyPr>
          <a:lstStyle/>
          <a:p>
            <a:r>
              <a:rPr lang="en-US" altLang="ko-KR" sz="4800" b="1" dirty="0"/>
              <a:t>RPA </a:t>
            </a:r>
            <a:r>
              <a:rPr lang="ko-KR" altLang="en-US" sz="4800" b="1" dirty="0"/>
              <a:t>사용자 메뉴얼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6321B1F-D99C-586A-DDBD-4D4C26DBE12C}"/>
              </a:ext>
            </a:extLst>
          </p:cNvPr>
          <p:cNvGrpSpPr/>
          <p:nvPr/>
        </p:nvGrpSpPr>
        <p:grpSpPr>
          <a:xfrm>
            <a:off x="3577070" y="3666847"/>
            <a:ext cx="5026602" cy="2088212"/>
            <a:chOff x="3577070" y="3666847"/>
            <a:chExt cx="5026602" cy="2088212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9E4F63BB-B8A1-BE1C-B705-CFA8CD73F734}"/>
                </a:ext>
              </a:extLst>
            </p:cNvPr>
            <p:cNvGrpSpPr/>
            <p:nvPr/>
          </p:nvGrpSpPr>
          <p:grpSpPr>
            <a:xfrm>
              <a:off x="3577070" y="3666847"/>
              <a:ext cx="5026602" cy="2088212"/>
              <a:chOff x="3577070" y="3666847"/>
              <a:chExt cx="5026602" cy="2088212"/>
            </a:xfrm>
          </p:grpSpPr>
          <p:cxnSp>
            <p:nvCxnSpPr>
              <p:cNvPr id="6" name="직선 연결선 5">
                <a:extLst>
                  <a:ext uri="{FF2B5EF4-FFF2-40B4-BE49-F238E27FC236}">
                    <a16:creationId xmlns:a16="http://schemas.microsoft.com/office/drawing/2014/main" id="{16BC356B-7E69-4722-CA70-F996CBA374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77070" y="4395691"/>
                <a:ext cx="5026602" cy="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42211740-18EB-D8AE-3127-3B3A4ACA2F21}"/>
                  </a:ext>
                </a:extLst>
              </p:cNvPr>
              <p:cNvSpPr/>
              <p:nvPr/>
            </p:nvSpPr>
            <p:spPr>
              <a:xfrm>
                <a:off x="3577070" y="3666847"/>
                <a:ext cx="5026602" cy="2088212"/>
              </a:xfrm>
              <a:prstGeom prst="rect">
                <a:avLst/>
              </a:prstGeom>
              <a:noFill/>
              <a:ln w="381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80E03131-F11A-E69B-D82E-3158725A12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77070" y="5102275"/>
                <a:ext cx="5026602" cy="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5ABD055E-F2DD-0599-D379-8BDC3695E5B0}"/>
                </a:ext>
              </a:extLst>
            </p:cNvPr>
            <p:cNvCxnSpPr>
              <a:stCxn id="10" idx="0"/>
              <a:endCxn id="10" idx="2"/>
            </p:cNvCxnSpPr>
            <p:nvPr/>
          </p:nvCxnSpPr>
          <p:spPr>
            <a:xfrm>
              <a:off x="6090371" y="3666847"/>
              <a:ext cx="0" cy="2088212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3C9B0CC-DBDF-F982-D261-20CD0A0F00B8}"/>
              </a:ext>
            </a:extLst>
          </p:cNvPr>
          <p:cNvSpPr txBox="1"/>
          <p:nvPr/>
        </p:nvSpPr>
        <p:spPr>
          <a:xfrm>
            <a:off x="3577070" y="3846600"/>
            <a:ext cx="25133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작성자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090ED6-F476-7F40-4180-FA82B4C62057}"/>
              </a:ext>
            </a:extLst>
          </p:cNvPr>
          <p:cNvSpPr txBox="1"/>
          <p:nvPr/>
        </p:nvSpPr>
        <p:spPr>
          <a:xfrm>
            <a:off x="3577070" y="4563849"/>
            <a:ext cx="25133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부서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EE8D43-8AE4-1E4C-167F-4ED5E59485B4}"/>
              </a:ext>
            </a:extLst>
          </p:cNvPr>
          <p:cNvSpPr txBox="1"/>
          <p:nvPr/>
        </p:nvSpPr>
        <p:spPr>
          <a:xfrm>
            <a:off x="3577069" y="5244001"/>
            <a:ext cx="25133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작성일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ADE706-AC47-2626-0D4D-C076A59FAA26}"/>
              </a:ext>
            </a:extLst>
          </p:cNvPr>
          <p:cNvSpPr txBox="1"/>
          <p:nvPr/>
        </p:nvSpPr>
        <p:spPr>
          <a:xfrm>
            <a:off x="6101630" y="3845782"/>
            <a:ext cx="25133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배태영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4FABB3-FF5F-6EA4-B21F-FF0A4C54F83D}"/>
              </a:ext>
            </a:extLst>
          </p:cNvPr>
          <p:cNvSpPr txBox="1"/>
          <p:nvPr/>
        </p:nvSpPr>
        <p:spPr>
          <a:xfrm>
            <a:off x="6096000" y="4562956"/>
            <a:ext cx="25133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정보관리팀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23FC10-0B8A-3B2B-8D87-A2FE442BA385}"/>
              </a:ext>
            </a:extLst>
          </p:cNvPr>
          <p:cNvSpPr txBox="1"/>
          <p:nvPr/>
        </p:nvSpPr>
        <p:spPr>
          <a:xfrm>
            <a:off x="6101630" y="5244001"/>
            <a:ext cx="25133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dirty="0"/>
              <a:t>2025.12.09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8069F5C-43A7-38FE-5192-CCB87435E6BD}"/>
              </a:ext>
            </a:extLst>
          </p:cNvPr>
          <p:cNvSpPr txBox="1">
            <a:spLocks/>
          </p:cNvSpPr>
          <p:nvPr/>
        </p:nvSpPr>
        <p:spPr>
          <a:xfrm>
            <a:off x="5630" y="2789892"/>
            <a:ext cx="12192000" cy="4683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/>
              <a:t>R25006_</a:t>
            </a:r>
            <a:r>
              <a:rPr lang="ko-KR" altLang="en-US" sz="2000" dirty="0"/>
              <a:t>퇴사자 계정 초기화</a:t>
            </a:r>
          </a:p>
        </p:txBody>
      </p:sp>
    </p:spTree>
    <p:extLst>
      <p:ext uri="{BB962C8B-B14F-4D97-AF65-F5344CB8AC3E}">
        <p14:creationId xmlns:p14="http://schemas.microsoft.com/office/powerpoint/2010/main" val="1858643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 descr="스크린샷, 텍스트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6A99F2-1133-9CA2-C4C5-7AB7309DA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86" y="1811177"/>
            <a:ext cx="7600464" cy="407153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2C5C234-3FDE-13D4-70E5-78FEE7F0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1) </a:t>
            </a:r>
            <a:r>
              <a:rPr lang="ko-KR" altLang="en-US" sz="2400" dirty="0">
                <a:latin typeface="+mn-ea"/>
                <a:ea typeface="+mn-ea"/>
              </a:rPr>
              <a:t>퇴사자 관리 파일 접속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4A326F9-B86F-5D7C-1D37-AD642A38D241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2609662-C7C0-9186-74D0-0A59963EECB0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FCF9DA9-772A-7C0A-EE81-3E804BCCDDC2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Teams</a:t>
              </a:r>
              <a:r>
                <a:rPr lang="ko-KR" altLang="en-US" sz="1000" dirty="0">
                  <a:solidFill>
                    <a:schemeClr val="tx1"/>
                  </a:solidFill>
                </a:rPr>
                <a:t> </a:t>
              </a:r>
              <a:r>
                <a:rPr lang="en-US" altLang="ko-KR" sz="1000" dirty="0">
                  <a:solidFill>
                    <a:schemeClr val="tx1"/>
                  </a:solidFill>
                </a:rPr>
                <a:t>[R25006_</a:t>
              </a:r>
              <a:r>
                <a:rPr lang="ko-KR" altLang="en-US" sz="1000" dirty="0">
                  <a:solidFill>
                    <a:schemeClr val="tx1"/>
                  </a:solidFill>
                </a:rPr>
                <a:t>퇴사자 계정 초기화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팀 접속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상단의 공유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파일</a:t>
              </a:r>
              <a:r>
                <a:rPr lang="en-US" altLang="ko-KR" sz="1000" dirty="0">
                  <a:solidFill>
                    <a:schemeClr val="tx1"/>
                  </a:solidFill>
                </a:rPr>
                <a:t>) 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접속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퇴사자</a:t>
              </a:r>
              <a:r>
                <a:rPr lang="en-US" altLang="ko-KR" sz="1000" dirty="0">
                  <a:solidFill>
                    <a:schemeClr val="tx1"/>
                  </a:solidFill>
                </a:rPr>
                <a:t>_</a:t>
              </a:r>
              <a:r>
                <a:rPr lang="ko-KR" altLang="en-US" sz="1000" dirty="0">
                  <a:solidFill>
                    <a:schemeClr val="tx1"/>
                  </a:solidFill>
                </a:rPr>
                <a:t>관리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 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접속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926ADD9-A055-DEFA-20C9-39CEC4422A24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DC95AA5-7812-AA2A-BAE8-55A83489351E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1373E1E-3952-19E0-015E-753FA3D8FEFC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CEDC6A2-C733-2659-4C4F-0FA5583F337C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26" name="그래픽 25" descr="배지 윤곽선">
            <a:extLst>
              <a:ext uri="{FF2B5EF4-FFF2-40B4-BE49-F238E27FC236}">
                <a16:creationId xmlns:a16="http://schemas.microsoft.com/office/drawing/2014/main" id="{E2AA8006-F987-1914-947C-64A94DBDA5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9662" y="1487904"/>
            <a:ext cx="498764" cy="498764"/>
          </a:xfrm>
          <a:prstGeom prst="rect">
            <a:avLst/>
          </a:prstGeom>
        </p:spPr>
      </p:pic>
      <p:pic>
        <p:nvPicPr>
          <p:cNvPr id="28" name="그래픽 27" descr="배지 1 윤곽선">
            <a:extLst>
              <a:ext uri="{FF2B5EF4-FFF2-40B4-BE49-F238E27FC236}">
                <a16:creationId xmlns:a16="http://schemas.microsoft.com/office/drawing/2014/main" id="{58A20243-5305-AD80-8414-E4814C3B1E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75374" y="3594515"/>
            <a:ext cx="429853" cy="429853"/>
          </a:xfrm>
          <a:prstGeom prst="rect">
            <a:avLst/>
          </a:prstGeom>
        </p:spPr>
      </p:pic>
      <p:pic>
        <p:nvPicPr>
          <p:cNvPr id="13" name="그래픽 12" descr="배지 3 윤곽선">
            <a:extLst>
              <a:ext uri="{FF2B5EF4-FFF2-40B4-BE49-F238E27FC236}">
                <a16:creationId xmlns:a16="http://schemas.microsoft.com/office/drawing/2014/main" id="{F0372807-1FF9-8E7A-F31B-8A577E4110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97703" y="2650902"/>
            <a:ext cx="485277" cy="485277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03E13338-E5BF-F155-160E-77F71911E097}"/>
              </a:ext>
            </a:extLst>
          </p:cNvPr>
          <p:cNvSpPr/>
          <p:nvPr/>
        </p:nvSpPr>
        <p:spPr>
          <a:xfrm>
            <a:off x="552449" y="4073236"/>
            <a:ext cx="1267115" cy="1477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1EB6B51-81CC-049F-A0B7-C2A8E281EDFE}"/>
              </a:ext>
            </a:extLst>
          </p:cNvPr>
          <p:cNvCxnSpPr>
            <a:cxnSpLocks/>
            <a:stCxn id="20" idx="3"/>
            <a:endCxn id="12" idx="1"/>
          </p:cNvCxnSpPr>
          <p:nvPr/>
        </p:nvCxnSpPr>
        <p:spPr>
          <a:xfrm>
            <a:off x="1819564" y="4147123"/>
            <a:ext cx="413903" cy="79163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01A04EF-80F7-8E97-AD5B-EB106BBA9197}"/>
              </a:ext>
            </a:extLst>
          </p:cNvPr>
          <p:cNvSpPr/>
          <p:nvPr/>
        </p:nvSpPr>
        <p:spPr>
          <a:xfrm>
            <a:off x="3187075" y="2046597"/>
            <a:ext cx="267325" cy="1763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9650755B-0FD7-771D-882F-AF9A410F3D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05227" y="4743472"/>
            <a:ext cx="2734057" cy="39058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47CDD466-C8FF-E71C-80F0-B52867290234}"/>
              </a:ext>
            </a:extLst>
          </p:cNvPr>
          <p:cNvSpPr/>
          <p:nvPr/>
        </p:nvSpPr>
        <p:spPr>
          <a:xfrm>
            <a:off x="2233467" y="4769455"/>
            <a:ext cx="2734056" cy="3386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림 29" descr="텍스트, 스크린샷, 폰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E4E58-31D0-A256-3E29-FC6643B5AAB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28426" y="1971123"/>
            <a:ext cx="733527" cy="590632"/>
          </a:xfrm>
          <a:prstGeom prst="rect">
            <a:avLst/>
          </a:prstGeom>
        </p:spPr>
      </p:pic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616585AC-5765-FF88-9781-017403BF787A}"/>
              </a:ext>
            </a:extLst>
          </p:cNvPr>
          <p:cNvCxnSpPr>
            <a:cxnSpLocks/>
          </p:cNvCxnSpPr>
          <p:nvPr/>
        </p:nvCxnSpPr>
        <p:spPr>
          <a:xfrm flipV="1">
            <a:off x="3430864" y="2110333"/>
            <a:ext cx="413903" cy="4886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574D807-3989-FFD0-11E5-1F4C8BAB4E4E}"/>
              </a:ext>
            </a:extLst>
          </p:cNvPr>
          <p:cNvSpPr/>
          <p:nvPr/>
        </p:nvSpPr>
        <p:spPr>
          <a:xfrm>
            <a:off x="3903179" y="1949199"/>
            <a:ext cx="733527" cy="5906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4" name="그림 33" descr="텍스트, 스크린샷, 시계, 디지털 시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90AB4E-FE0A-AAEA-DE8A-C7A774D4690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12777" y="3427885"/>
            <a:ext cx="5096586" cy="523948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15E402D3-1E6A-DA8A-AED1-5481D91303E6}"/>
              </a:ext>
            </a:extLst>
          </p:cNvPr>
          <p:cNvSpPr/>
          <p:nvPr/>
        </p:nvSpPr>
        <p:spPr>
          <a:xfrm>
            <a:off x="2279118" y="3127264"/>
            <a:ext cx="5211572" cy="8152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465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3A20A-7C19-E125-522D-A8FDEAA6A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66AF2C-5C46-5C96-8D02-3F6FCD53F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74" y="2061317"/>
            <a:ext cx="7531887" cy="357125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3FD425C-BE5D-8F1E-589B-27C0812A6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2) </a:t>
            </a:r>
            <a:r>
              <a:rPr lang="ko-KR" altLang="en-US" sz="2400" dirty="0">
                <a:latin typeface="+mn-ea"/>
                <a:ea typeface="+mn-ea"/>
              </a:rPr>
              <a:t>퇴사자 관리 파일 입력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1F2624-94C4-D8CC-081D-604E63581F68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494E256-B65E-DCBE-1A42-3E2A2CE89F91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62062EB-6F1E-C424-0247-77B2D43E41ED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A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</a:t>
              </a:r>
              <a:r>
                <a:rPr lang="en-US" altLang="ko-KR" sz="1000" dirty="0">
                  <a:solidFill>
                    <a:schemeClr val="tx1"/>
                  </a:solidFill>
                </a:rPr>
                <a:t>~F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열까지 입력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CE1E667-903D-C8BD-05CD-EC47769E8645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A04CBD4-3537-6542-22CF-BF465F0BF5BA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1BE899D-3749-78AF-C9A2-09B28A5EED18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G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</a:t>
              </a:r>
              <a:r>
                <a:rPr lang="en-US" altLang="ko-KR" sz="1000" dirty="0">
                  <a:solidFill>
                    <a:schemeClr val="tx1"/>
                  </a:solidFill>
                </a:rPr>
                <a:t>~J</a:t>
              </a:r>
              <a:r>
                <a:rPr lang="ko-KR" altLang="en-US" sz="1000" dirty="0">
                  <a:solidFill>
                    <a:schemeClr val="tx1"/>
                  </a:solidFill>
                </a:rPr>
                <a:t>열은 작성 금지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D85A2A9-DFE2-9520-8C93-5A637F0AB24C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28" name="그래픽 27" descr="배지 1 윤곽선">
            <a:extLst>
              <a:ext uri="{FF2B5EF4-FFF2-40B4-BE49-F238E27FC236}">
                <a16:creationId xmlns:a16="http://schemas.microsoft.com/office/drawing/2014/main" id="{457DC89D-8D8E-2345-EFF5-41DE8BD927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53152" y="2430364"/>
            <a:ext cx="429853" cy="42985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AE778DCE-97F3-7721-655D-0E66DAD54CA1}"/>
              </a:ext>
            </a:extLst>
          </p:cNvPr>
          <p:cNvSpPr/>
          <p:nvPr/>
        </p:nvSpPr>
        <p:spPr>
          <a:xfrm>
            <a:off x="321540" y="2897163"/>
            <a:ext cx="3493078" cy="9266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937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989B8-DC89-C2B0-8D8B-C6BC4D57E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1D3339A-33E8-58F1-C2C4-CB19B5424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88" y="2633064"/>
            <a:ext cx="5839640" cy="238158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86FA2E7-1271-F74E-525E-953912D8C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3) RPA </a:t>
            </a:r>
            <a:r>
              <a:rPr lang="ko-KR" altLang="en-US" sz="2400" dirty="0">
                <a:latin typeface="+mn-ea"/>
                <a:ea typeface="+mn-ea"/>
              </a:rPr>
              <a:t>수행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0A42192-0650-9EC6-715F-D98CB8F16ADE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0F2B43B-35DB-1032-8ADD-FC7D6417469E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F66E695-BA73-3A17-8937-ED33D4474AB8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RPA </a:t>
              </a:r>
              <a:r>
                <a:rPr lang="ko-KR" altLang="en-US" sz="1000" dirty="0">
                  <a:solidFill>
                    <a:schemeClr val="tx1"/>
                  </a:solidFill>
                </a:rPr>
                <a:t>수행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0BB6EC2-A0B6-A4D9-F6F3-DE5A3E913A89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88C96CA-D0AF-9DBF-4F6D-3607466FCD34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9A6A45A-0537-AFD7-2603-45CFB8B1A434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퇴사자</a:t>
              </a:r>
              <a:r>
                <a:rPr lang="en-US" altLang="ko-KR" sz="1000" dirty="0">
                  <a:solidFill>
                    <a:schemeClr val="tx1"/>
                  </a:solidFill>
                </a:rPr>
                <a:t>_</a:t>
              </a:r>
              <a:r>
                <a:rPr lang="ko-KR" altLang="en-US" sz="1000" dirty="0">
                  <a:solidFill>
                    <a:schemeClr val="tx1"/>
                  </a:solidFill>
                </a:rPr>
                <a:t>관리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  <a:r>
                <a:rPr lang="ko-KR" altLang="en-US" sz="1000" dirty="0">
                  <a:solidFill>
                    <a:schemeClr val="tx1"/>
                  </a:solidFill>
                </a:rPr>
                <a:t>가 수정되면 수행되도록 구성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Excel</a:t>
              </a:r>
              <a:r>
                <a:rPr lang="ko-KR" altLang="en-US" sz="1000" dirty="0">
                  <a:solidFill>
                    <a:schemeClr val="tx1"/>
                  </a:solidFill>
                </a:rPr>
                <a:t> 웹 버전은 자동 저장으로 인하여 중복 실행되는 케이스가 있어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>
                  <a:solidFill>
                    <a:schemeClr val="tx1"/>
                  </a:solidFill>
                </a:rPr>
                <a:t>최대한 오기입하지</a:t>
              </a:r>
              <a:r>
                <a:rPr lang="ko-KR" altLang="en-US" sz="1000" dirty="0">
                  <a:solidFill>
                    <a:schemeClr val="tx1"/>
                  </a:solidFill>
                </a:rPr>
                <a:t> 않아야 한다</a:t>
              </a:r>
              <a:r>
                <a:rPr lang="en-US" altLang="ko-KR" sz="1000" dirty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9BD04BD-FDA6-6EC8-D81A-008F19146656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28" name="그래픽 27" descr="배지 1 윤곽선">
            <a:extLst>
              <a:ext uri="{FF2B5EF4-FFF2-40B4-BE49-F238E27FC236}">
                <a16:creationId xmlns:a16="http://schemas.microsoft.com/office/drawing/2014/main" id="{361EB8E2-E6A2-8A30-0E86-BF48C69CE3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2091" y="2166264"/>
            <a:ext cx="429853" cy="42985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68787C8-18B6-3A57-8CEF-0E5397F1A095}"/>
              </a:ext>
            </a:extLst>
          </p:cNvPr>
          <p:cNvSpPr/>
          <p:nvPr/>
        </p:nvSpPr>
        <p:spPr>
          <a:xfrm>
            <a:off x="968688" y="2633063"/>
            <a:ext cx="5839640" cy="24007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88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15cf5ba3-e289-48a8-8cfc-3b31467b0c08" xsi:nil="true"/>
    <lcf76f155ced4ddcb4097134ff3c332f xmlns="15cf5ba3-e289-48a8-8cfc-3b31467b0c0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312A9107921E1429D852BD502521657" ma:contentTypeVersion="12" ma:contentTypeDescription="새 문서를 만듭니다." ma:contentTypeScope="" ma:versionID="ce7000b827746b4bdca1212a6e837dee">
  <xsd:schema xmlns:xsd="http://www.w3.org/2001/XMLSchema" xmlns:xs="http://www.w3.org/2001/XMLSchema" xmlns:p="http://schemas.microsoft.com/office/2006/metadata/properties" xmlns:ns2="15cf5ba3-e289-48a8-8cfc-3b31467b0c08" targetNamespace="http://schemas.microsoft.com/office/2006/metadata/properties" ma:root="true" ma:fieldsID="e653c486b962d618c119001c4c664c55" ns2:_="">
    <xsd:import namespace="15cf5ba3-e289-48a8-8cfc-3b31467b0c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_Flow_SignoffStatu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cf5ba3-e289-48a8-8cfc-3b31467b0c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11" nillable="true" ma:displayName="사인 오프 상태" ma:internalName="_x0024_Resources_x003a_core_x002c_Signoff_Status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21ab711a-717f-49c8-940c-67352eb55ea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3DD0B0B-C2C0-4905-9073-AAC6D9DDE1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EAEC237-FEC0-4705-839B-0C2B59140506}">
  <ds:schemaRefs>
    <ds:schemaRef ds:uri="http://schemas.microsoft.com/office/2006/metadata/properties"/>
    <ds:schemaRef ds:uri="http://schemas.microsoft.com/office/infopath/2007/PartnerControls"/>
    <ds:schemaRef ds:uri="15cf5ba3-e289-48a8-8cfc-3b31467b0c08"/>
  </ds:schemaRefs>
</ds:datastoreItem>
</file>

<file path=customXml/itemProps3.xml><?xml version="1.0" encoding="utf-8"?>
<ds:datastoreItem xmlns:ds="http://schemas.openxmlformats.org/officeDocument/2006/customXml" ds:itemID="{40200CBC-06DC-4AD9-971E-5C58D3F895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cf5ba3-e289-48a8-8cfc-3b31467b0c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102</Words>
  <Application>Microsoft Office PowerPoint</Application>
  <PresentationFormat>와이드스크린</PresentationFormat>
  <Paragraphs>30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RPA 사용자 메뉴얼</vt:lpstr>
      <vt:lpstr>1) 퇴사자 관리 파일 접속 </vt:lpstr>
      <vt:lpstr>2) 퇴사자 관리 파일 입력 </vt:lpstr>
      <vt:lpstr>3) RPA 수행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배태영</dc:creator>
  <cp:lastModifiedBy>배태영</cp:lastModifiedBy>
  <cp:revision>41</cp:revision>
  <dcterms:created xsi:type="dcterms:W3CDTF">2025-10-31T04:16:53Z</dcterms:created>
  <dcterms:modified xsi:type="dcterms:W3CDTF">2025-12-16T01:41:41Z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0x0101008312A9107921E1429D852BD502521657</vt:lpwstr>
  </property>
</Properties>
</file>