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715" r:id="rId4"/>
  </p:sldMasterIdLst>
  <p:notesMasterIdLst>
    <p:notesMasterId r:id="rId28"/>
  </p:notesMasterIdLst>
  <p:handoutMasterIdLst>
    <p:handoutMasterId r:id="rId29"/>
  </p:handoutMasterIdLst>
  <p:sldIdLst>
    <p:sldId id="10206" r:id="rId5"/>
    <p:sldId id="2143188426" r:id="rId6"/>
    <p:sldId id="2143188427" r:id="rId7"/>
    <p:sldId id="2143188428" r:id="rId8"/>
    <p:sldId id="2143188429" r:id="rId9"/>
    <p:sldId id="2143188430" r:id="rId10"/>
    <p:sldId id="2143188431" r:id="rId11"/>
    <p:sldId id="2143188432" r:id="rId12"/>
    <p:sldId id="2143188433" r:id="rId13"/>
    <p:sldId id="2143188434" r:id="rId14"/>
    <p:sldId id="2143188435" r:id="rId15"/>
    <p:sldId id="2143188447" r:id="rId16"/>
    <p:sldId id="2143188436" r:id="rId17"/>
    <p:sldId id="2143188437" r:id="rId18"/>
    <p:sldId id="2143188438" r:id="rId19"/>
    <p:sldId id="2143188445" r:id="rId20"/>
    <p:sldId id="2143188439" r:id="rId21"/>
    <p:sldId id="2143188440" r:id="rId22"/>
    <p:sldId id="2143188441" r:id="rId23"/>
    <p:sldId id="2143188442" r:id="rId24"/>
    <p:sldId id="2143188446" r:id="rId25"/>
    <p:sldId id="2143188443" r:id="rId26"/>
    <p:sldId id="2143188444" r:id="rId27"/>
  </p:sldIdLst>
  <p:sldSz cx="9906000" cy="6858000" type="A4"/>
  <p:notesSz cx="6797675" cy="9926638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1pPr>
    <a:lvl2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2pPr>
    <a:lvl3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3pPr>
    <a:lvl4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4pPr>
    <a:lvl5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5pPr>
    <a:lvl6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6pPr>
    <a:lvl7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7pPr>
    <a:lvl8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8pPr>
    <a:lvl9pPr marL="0" marR="0" indent="0" algn="l" defTabSz="9143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맑은 고딕"/>
      </a:defRPr>
    </a:lvl9pPr>
  </p:defaultTextStyle>
  <p:extLst>
    <p:ext uri="{EFAFB233-063F-42B5-8137-9DF3F51BA10A}">
      <p15:sldGuideLst xmlns:p15="http://schemas.microsoft.com/office/powerpoint/2012/main">
        <p15:guide id="1" orient="horz" pos="3226" userDrawn="1">
          <p15:clr>
            <a:srgbClr val="A4A3A4"/>
          </p15:clr>
        </p15:guide>
        <p15:guide id="2" orient="horz" pos="1661" userDrawn="1">
          <p15:clr>
            <a:srgbClr val="A4A3A4"/>
          </p15:clr>
        </p15:guide>
        <p15:guide id="4" orient="horz" pos="2999" userDrawn="1">
          <p15:clr>
            <a:srgbClr val="A4A3A4"/>
          </p15:clr>
        </p15:guide>
        <p15:guide id="6" orient="horz" pos="4042" userDrawn="1">
          <p15:clr>
            <a:srgbClr val="A4A3A4"/>
          </p15:clr>
        </p15:guide>
        <p15:guide id="7" pos="444" userDrawn="1">
          <p15:clr>
            <a:srgbClr val="A4A3A4"/>
          </p15:clr>
        </p15:guide>
        <p15:guide id="8" pos="3188" userDrawn="1">
          <p15:clr>
            <a:srgbClr val="A4A3A4"/>
          </p15:clr>
        </p15:guide>
        <p15:guide id="9" pos="2984" userDrawn="1">
          <p15:clr>
            <a:srgbClr val="A4A3A4"/>
          </p15:clr>
        </p15:guide>
        <p15:guide id="10" pos="323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E83F5DE-E24E-6E21-D9B4-13CBCCA73753}" name="정성철" initials="정" userId="S::sc.jung@dexconsulting.net::22b6b1a5-5c99-4043-a511-eba0e92f326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o Jeong lee" initials="SJl" lastIdx="3" clrIdx="0">
    <p:extLst>
      <p:ext uri="{19B8F6BF-5375-455C-9EA6-DF929625EA0E}">
        <p15:presenceInfo xmlns:p15="http://schemas.microsoft.com/office/powerpoint/2012/main" userId="74e0cbd72fbbbb0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8AC1"/>
    <a:srgbClr val="0E63EC"/>
    <a:srgbClr val="FFD054"/>
    <a:srgbClr val="841F91"/>
    <a:srgbClr val="C1B8AF"/>
    <a:srgbClr val="6D87E3"/>
    <a:srgbClr val="F99200"/>
    <a:srgbClr val="2D80B3"/>
    <a:srgbClr val="1055A7"/>
    <a:srgbClr val="0850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81EE52-DC57-407F-9E57-AC59667C2BBD}" v="85" dt="2023-12-18T00:21:15.769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11" autoAdjust="0"/>
    <p:restoredTop sz="94660"/>
  </p:normalViewPr>
  <p:slideViewPr>
    <p:cSldViewPr snapToGrid="0">
      <p:cViewPr varScale="1">
        <p:scale>
          <a:sx n="90" d="100"/>
          <a:sy n="90" d="100"/>
        </p:scale>
        <p:origin x="1144" y="68"/>
      </p:cViewPr>
      <p:guideLst>
        <p:guide orient="horz" pos="3226"/>
        <p:guide orient="horz" pos="1661"/>
        <p:guide orient="horz" pos="2999"/>
        <p:guide orient="horz" pos="4042"/>
        <p:guide pos="444"/>
        <p:guide pos="3188"/>
        <p:guide pos="2984"/>
        <p:guide pos="323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지이" userId="f44ca051-1fb9-4cdd-8676-31e323ee5099" providerId="ADAL" clId="{5F81EE52-DC57-407F-9E57-AC59667C2BBD}"/>
    <pc:docChg chg="undo custSel addSld delSld modSld">
      <pc:chgData name="최지이" userId="f44ca051-1fb9-4cdd-8676-31e323ee5099" providerId="ADAL" clId="{5F81EE52-DC57-407F-9E57-AC59667C2BBD}" dt="2023-12-18T00:23:40.578" v="1677" actId="1037"/>
      <pc:docMkLst>
        <pc:docMk/>
      </pc:docMkLst>
      <pc:sldChg chg="addSp delSp modSp mod">
        <pc:chgData name="최지이" userId="f44ca051-1fb9-4cdd-8676-31e323ee5099" providerId="ADAL" clId="{5F81EE52-DC57-407F-9E57-AC59667C2BBD}" dt="2023-12-17T23:57:38.596" v="1315" actId="14861"/>
        <pc:sldMkLst>
          <pc:docMk/>
          <pc:sldMk cId="2064342030" sldId="2143188420"/>
        </pc:sldMkLst>
        <pc:spChg chg="mod">
          <ac:chgData name="최지이" userId="f44ca051-1fb9-4cdd-8676-31e323ee5099" providerId="ADAL" clId="{5F81EE52-DC57-407F-9E57-AC59667C2BBD}" dt="2023-12-15T08:50:55.638" v="850" actId="20577"/>
          <ac:spMkLst>
            <pc:docMk/>
            <pc:sldMk cId="2064342030" sldId="2143188420"/>
            <ac:spMk id="3" creationId="{00000000-0000-0000-0000-000000000000}"/>
          </ac:spMkLst>
        </pc:spChg>
        <pc:spChg chg="mod">
          <ac:chgData name="최지이" userId="f44ca051-1fb9-4cdd-8676-31e323ee5099" providerId="ADAL" clId="{5F81EE52-DC57-407F-9E57-AC59667C2BBD}" dt="2023-12-17T23:53:55.762" v="1096" actId="20577"/>
          <ac:spMkLst>
            <pc:docMk/>
            <pc:sldMk cId="2064342030" sldId="2143188420"/>
            <ac:spMk id="10" creationId="{F17377D5-8C14-7BEA-400A-622E3EEA9435}"/>
          </ac:spMkLst>
        </pc:spChg>
        <pc:spChg chg="mod ord">
          <ac:chgData name="최지이" userId="f44ca051-1fb9-4cdd-8676-31e323ee5099" providerId="ADAL" clId="{5F81EE52-DC57-407F-9E57-AC59667C2BBD}" dt="2023-12-17T23:56:52.525" v="1308" actId="166"/>
          <ac:spMkLst>
            <pc:docMk/>
            <pc:sldMk cId="2064342030" sldId="2143188420"/>
            <ac:spMk id="14" creationId="{1D66FD3B-031E-F192-B578-8A410BC3D764}"/>
          </ac:spMkLst>
        </pc:spChg>
        <pc:spChg chg="mod">
          <ac:chgData name="최지이" userId="f44ca051-1fb9-4cdd-8676-31e323ee5099" providerId="ADAL" clId="{5F81EE52-DC57-407F-9E57-AC59667C2BBD}" dt="2023-12-17T23:55:46.671" v="1295"/>
          <ac:spMkLst>
            <pc:docMk/>
            <pc:sldMk cId="2064342030" sldId="2143188420"/>
            <ac:spMk id="31" creationId="{5B9CB65E-64C0-448E-B1A7-BF9E443511CA}"/>
          </ac:spMkLst>
        </pc:spChg>
        <pc:spChg chg="mod">
          <ac:chgData name="최지이" userId="f44ca051-1fb9-4cdd-8676-31e323ee5099" providerId="ADAL" clId="{5F81EE52-DC57-407F-9E57-AC59667C2BBD}" dt="2023-12-15T08:40:39.516" v="110"/>
          <ac:spMkLst>
            <pc:docMk/>
            <pc:sldMk cId="2064342030" sldId="2143188420"/>
            <ac:spMk id="33" creationId="{35FF9204-BF83-43DE-A3B6-846D009F8E3E}"/>
          </ac:spMkLst>
        </pc:spChg>
        <pc:picChg chg="mod ord">
          <ac:chgData name="최지이" userId="f44ca051-1fb9-4cdd-8676-31e323ee5099" providerId="ADAL" clId="{5F81EE52-DC57-407F-9E57-AC59667C2BBD}" dt="2023-12-17T23:56:52.525" v="1308" actId="166"/>
          <ac:picMkLst>
            <pc:docMk/>
            <pc:sldMk cId="2064342030" sldId="2143188420"/>
            <ac:picMk id="4" creationId="{14CE81CB-9E09-ECA0-F7F4-7E79568B6AD9}"/>
          </ac:picMkLst>
        </pc:picChg>
        <pc:picChg chg="add mod ord">
          <ac:chgData name="최지이" userId="f44ca051-1fb9-4cdd-8676-31e323ee5099" providerId="ADAL" clId="{5F81EE52-DC57-407F-9E57-AC59667C2BBD}" dt="2023-12-17T23:56:33.525" v="1304" actId="1076"/>
          <ac:picMkLst>
            <pc:docMk/>
            <pc:sldMk cId="2064342030" sldId="2143188420"/>
            <ac:picMk id="5" creationId="{F4D112CD-722F-E79E-EB6A-752D67E70C14}"/>
          </ac:picMkLst>
        </pc:picChg>
        <pc:picChg chg="del">
          <ac:chgData name="최지이" userId="f44ca051-1fb9-4cdd-8676-31e323ee5099" providerId="ADAL" clId="{5F81EE52-DC57-407F-9E57-AC59667C2BBD}" dt="2023-12-15T08:32:01.437" v="0" actId="478"/>
          <ac:picMkLst>
            <pc:docMk/>
            <pc:sldMk cId="2064342030" sldId="2143188420"/>
            <ac:picMk id="7" creationId="{2CC9B3EB-3DEE-CC91-68CB-5112E8215539}"/>
          </ac:picMkLst>
        </pc:picChg>
        <pc:picChg chg="add mod ord">
          <ac:chgData name="최지이" userId="f44ca051-1fb9-4cdd-8676-31e323ee5099" providerId="ADAL" clId="{5F81EE52-DC57-407F-9E57-AC59667C2BBD}" dt="2023-12-17T23:57:38.596" v="1315" actId="14861"/>
          <ac:picMkLst>
            <pc:docMk/>
            <pc:sldMk cId="2064342030" sldId="2143188420"/>
            <ac:picMk id="7" creationId="{BD724F8D-4425-14C8-01EC-D6BD65024E7C}"/>
          </ac:picMkLst>
        </pc:picChg>
        <pc:picChg chg="del">
          <ac:chgData name="최지이" userId="f44ca051-1fb9-4cdd-8676-31e323ee5099" providerId="ADAL" clId="{5F81EE52-DC57-407F-9E57-AC59667C2BBD}" dt="2023-12-15T08:34:48.347" v="18" actId="478"/>
          <ac:picMkLst>
            <pc:docMk/>
            <pc:sldMk cId="2064342030" sldId="2143188420"/>
            <ac:picMk id="8" creationId="{75106EA6-41AE-E76B-04B0-EE1C866EDB17}"/>
          </ac:picMkLst>
        </pc:picChg>
        <pc:picChg chg="mod ord">
          <ac:chgData name="최지이" userId="f44ca051-1fb9-4cdd-8676-31e323ee5099" providerId="ADAL" clId="{5F81EE52-DC57-407F-9E57-AC59667C2BBD}" dt="2023-12-17T23:56:52.525" v="1308" actId="166"/>
          <ac:picMkLst>
            <pc:docMk/>
            <pc:sldMk cId="2064342030" sldId="2143188420"/>
            <ac:picMk id="13" creationId="{0EA91B64-66C9-4A95-37A6-AF9CCCDAD3CF}"/>
          </ac:picMkLst>
        </pc:picChg>
        <pc:picChg chg="add del mod ord">
          <ac:chgData name="최지이" userId="f44ca051-1fb9-4cdd-8676-31e323ee5099" providerId="ADAL" clId="{5F81EE52-DC57-407F-9E57-AC59667C2BBD}" dt="2023-12-17T23:55:48.533" v="1296" actId="478"/>
          <ac:picMkLst>
            <pc:docMk/>
            <pc:sldMk cId="2064342030" sldId="2143188420"/>
            <ac:picMk id="15" creationId="{CF3732BF-AB90-5B84-C2AD-ED0F03896134}"/>
          </ac:picMkLst>
        </pc:picChg>
        <pc:cxnChg chg="mod">
          <ac:chgData name="최지이" userId="f44ca051-1fb9-4cdd-8676-31e323ee5099" providerId="ADAL" clId="{5F81EE52-DC57-407F-9E57-AC59667C2BBD}" dt="2023-12-17T23:55:48.533" v="1296" actId="478"/>
          <ac:cxnSpMkLst>
            <pc:docMk/>
            <pc:sldMk cId="2064342030" sldId="2143188420"/>
            <ac:cxnSpMk id="12" creationId="{4B200AA5-68DF-803A-B3E3-E3EE51B6ED37}"/>
          </ac:cxnSpMkLst>
        </pc:cxnChg>
        <pc:cxnChg chg="mod ord">
          <ac:chgData name="최지이" userId="f44ca051-1fb9-4cdd-8676-31e323ee5099" providerId="ADAL" clId="{5F81EE52-DC57-407F-9E57-AC59667C2BBD}" dt="2023-12-17T23:56:52.525" v="1308" actId="166"/>
          <ac:cxnSpMkLst>
            <pc:docMk/>
            <pc:sldMk cId="2064342030" sldId="2143188420"/>
            <ac:cxnSpMk id="17" creationId="{D45A8844-0D1F-FA4A-FBDD-3DCA972CA443}"/>
          </ac:cxnSpMkLst>
        </pc:cxnChg>
      </pc:sldChg>
      <pc:sldChg chg="addSp delSp modSp mod">
        <pc:chgData name="최지이" userId="f44ca051-1fb9-4cdd-8676-31e323ee5099" providerId="ADAL" clId="{5F81EE52-DC57-407F-9E57-AC59667C2BBD}" dt="2023-12-18T00:10:27.438" v="1380" actId="20577"/>
        <pc:sldMkLst>
          <pc:docMk/>
          <pc:sldMk cId="1320317936" sldId="2143188421"/>
        </pc:sldMkLst>
        <pc:spChg chg="mod">
          <ac:chgData name="최지이" userId="f44ca051-1fb9-4cdd-8676-31e323ee5099" providerId="ADAL" clId="{5F81EE52-DC57-407F-9E57-AC59667C2BBD}" dt="2023-12-18T00:10:27.438" v="1380" actId="20577"/>
          <ac:spMkLst>
            <pc:docMk/>
            <pc:sldMk cId="1320317936" sldId="2143188421"/>
            <ac:spMk id="3" creationId="{00000000-0000-0000-0000-000000000000}"/>
          </ac:spMkLst>
        </pc:spChg>
        <pc:spChg chg="mod">
          <ac:chgData name="최지이" userId="f44ca051-1fb9-4cdd-8676-31e323ee5099" providerId="ADAL" clId="{5F81EE52-DC57-407F-9E57-AC59667C2BBD}" dt="2023-12-18T00:00:13.200" v="1319" actId="255"/>
          <ac:spMkLst>
            <pc:docMk/>
            <pc:sldMk cId="1320317936" sldId="2143188421"/>
            <ac:spMk id="31" creationId="{5B9CB65E-64C0-448E-B1A7-BF9E443511CA}"/>
          </ac:spMkLst>
        </pc:spChg>
        <pc:picChg chg="add mod">
          <ac:chgData name="최지이" userId="f44ca051-1fb9-4cdd-8676-31e323ee5099" providerId="ADAL" clId="{5F81EE52-DC57-407F-9E57-AC59667C2BBD}" dt="2023-12-18T00:02:58.400" v="1339" actId="1035"/>
          <ac:picMkLst>
            <pc:docMk/>
            <pc:sldMk cId="1320317936" sldId="2143188421"/>
            <ac:picMk id="4" creationId="{FD9DF285-9694-3C78-9B88-DD830A09BB80}"/>
          </ac:picMkLst>
        </pc:picChg>
        <pc:picChg chg="del">
          <ac:chgData name="최지이" userId="f44ca051-1fb9-4cdd-8676-31e323ee5099" providerId="ADAL" clId="{5F81EE52-DC57-407F-9E57-AC59667C2BBD}" dt="2023-12-18T00:01:48.026" v="1320" actId="478"/>
          <ac:picMkLst>
            <pc:docMk/>
            <pc:sldMk cId="1320317936" sldId="2143188421"/>
            <ac:picMk id="7" creationId="{D92596E0-CE18-E66F-5677-F3A5D1C986F9}"/>
          </ac:picMkLst>
        </pc:picChg>
      </pc:sldChg>
      <pc:sldChg chg="addSp delSp modSp mod">
        <pc:chgData name="최지이" userId="f44ca051-1fb9-4cdd-8676-31e323ee5099" providerId="ADAL" clId="{5F81EE52-DC57-407F-9E57-AC59667C2BBD}" dt="2023-12-18T00:11:55.610" v="1385" actId="1076"/>
        <pc:sldMkLst>
          <pc:docMk/>
          <pc:sldMk cId="3083526145" sldId="2143188422"/>
        </pc:sldMkLst>
        <pc:spChg chg="mod">
          <ac:chgData name="최지이" userId="f44ca051-1fb9-4cdd-8676-31e323ee5099" providerId="ADAL" clId="{5F81EE52-DC57-407F-9E57-AC59667C2BBD}" dt="2023-12-18T00:10:06.551" v="1379" actId="20577"/>
          <ac:spMkLst>
            <pc:docMk/>
            <pc:sldMk cId="3083526145" sldId="2143188422"/>
            <ac:spMk id="3" creationId="{00000000-0000-0000-0000-000000000000}"/>
          </ac:spMkLst>
        </pc:spChg>
        <pc:spChg chg="del">
          <ac:chgData name="최지이" userId="f44ca051-1fb9-4cdd-8676-31e323ee5099" providerId="ADAL" clId="{5F81EE52-DC57-407F-9E57-AC59667C2BBD}" dt="2023-12-18T00:03:17.457" v="1341" actId="478"/>
          <ac:spMkLst>
            <pc:docMk/>
            <pc:sldMk cId="3083526145" sldId="2143188422"/>
            <ac:spMk id="5" creationId="{CAC44F47-C8E1-198C-6C2D-F1A405986EA2}"/>
          </ac:spMkLst>
        </pc:spChg>
        <pc:spChg chg="add mod">
          <ac:chgData name="최지이" userId="f44ca051-1fb9-4cdd-8676-31e323ee5099" providerId="ADAL" clId="{5F81EE52-DC57-407F-9E57-AC59667C2BBD}" dt="2023-12-18T00:07:30.589" v="1375" actId="1036"/>
          <ac:spMkLst>
            <pc:docMk/>
            <pc:sldMk cId="3083526145" sldId="2143188422"/>
            <ac:spMk id="12" creationId="{6B13773F-A26D-0ED8-CB42-48A269C2476B}"/>
          </ac:spMkLst>
        </pc:spChg>
        <pc:spChg chg="mod">
          <ac:chgData name="최지이" userId="f44ca051-1fb9-4cdd-8676-31e323ee5099" providerId="ADAL" clId="{5F81EE52-DC57-407F-9E57-AC59667C2BBD}" dt="2023-12-18T00:04:43.611" v="1359" actId="113"/>
          <ac:spMkLst>
            <pc:docMk/>
            <pc:sldMk cId="3083526145" sldId="2143188422"/>
            <ac:spMk id="31" creationId="{5B9CB65E-64C0-448E-B1A7-BF9E443511CA}"/>
          </ac:spMkLst>
        </pc:spChg>
        <pc:spChg chg="mod">
          <ac:chgData name="최지이" userId="f44ca051-1fb9-4cdd-8676-31e323ee5099" providerId="ADAL" clId="{5F81EE52-DC57-407F-9E57-AC59667C2BBD}" dt="2023-12-18T00:11:55.610" v="1385" actId="1076"/>
          <ac:spMkLst>
            <pc:docMk/>
            <pc:sldMk cId="3083526145" sldId="2143188422"/>
            <ac:spMk id="33" creationId="{35FF9204-BF83-43DE-A3B6-846D009F8E3E}"/>
          </ac:spMkLst>
        </pc:spChg>
        <pc:picChg chg="add mod">
          <ac:chgData name="최지이" userId="f44ca051-1fb9-4cdd-8676-31e323ee5099" providerId="ADAL" clId="{5F81EE52-DC57-407F-9E57-AC59667C2BBD}" dt="2023-12-18T00:06:49.509" v="1360" actId="14100"/>
          <ac:picMkLst>
            <pc:docMk/>
            <pc:sldMk cId="3083526145" sldId="2143188422"/>
            <ac:picMk id="4" creationId="{03B002B6-B30E-7F93-D9B9-9CC4A605118F}"/>
          </ac:picMkLst>
        </pc:picChg>
        <pc:picChg chg="del">
          <ac:chgData name="최지이" userId="f44ca051-1fb9-4cdd-8676-31e323ee5099" providerId="ADAL" clId="{5F81EE52-DC57-407F-9E57-AC59667C2BBD}" dt="2023-12-18T00:03:10.856" v="1340" actId="478"/>
          <ac:picMkLst>
            <pc:docMk/>
            <pc:sldMk cId="3083526145" sldId="2143188422"/>
            <ac:picMk id="7" creationId="{5E82BDD4-5DE9-BBE7-4288-EBC9F4FD7917}"/>
          </ac:picMkLst>
        </pc:picChg>
        <pc:picChg chg="del">
          <ac:chgData name="최지이" userId="f44ca051-1fb9-4cdd-8676-31e323ee5099" providerId="ADAL" clId="{5F81EE52-DC57-407F-9E57-AC59667C2BBD}" dt="2023-12-18T00:03:17.787" v="1342" actId="478"/>
          <ac:picMkLst>
            <pc:docMk/>
            <pc:sldMk cId="3083526145" sldId="2143188422"/>
            <ac:picMk id="10" creationId="{F841C0DF-6EAF-AB5B-73DA-6F82CE76E0E3}"/>
          </ac:picMkLst>
        </pc:picChg>
        <pc:picChg chg="add mod">
          <ac:chgData name="최지이" userId="f44ca051-1fb9-4cdd-8676-31e323ee5099" providerId="ADAL" clId="{5F81EE52-DC57-407F-9E57-AC59667C2BBD}" dt="2023-12-18T00:07:06.720" v="1366" actId="14861"/>
          <ac:picMkLst>
            <pc:docMk/>
            <pc:sldMk cId="3083526145" sldId="2143188422"/>
            <ac:picMk id="11" creationId="{4BDA2257-F713-1BE6-4459-009D1FA73111}"/>
          </ac:picMkLst>
        </pc:picChg>
        <pc:cxnChg chg="del">
          <ac:chgData name="최지이" userId="f44ca051-1fb9-4cdd-8676-31e323ee5099" providerId="ADAL" clId="{5F81EE52-DC57-407F-9E57-AC59667C2BBD}" dt="2023-12-18T00:03:17.457" v="1341" actId="478"/>
          <ac:cxnSpMkLst>
            <pc:docMk/>
            <pc:sldMk cId="3083526145" sldId="2143188422"/>
            <ac:cxnSpMk id="8" creationId="{497D4C29-CAA0-E728-F312-712A7DD9F510}"/>
          </ac:cxnSpMkLst>
        </pc:cxnChg>
        <pc:cxnChg chg="add mod">
          <ac:chgData name="최지이" userId="f44ca051-1fb9-4cdd-8676-31e323ee5099" providerId="ADAL" clId="{5F81EE52-DC57-407F-9E57-AC59667C2BBD}" dt="2023-12-18T00:07:41.404" v="1376" actId="14100"/>
          <ac:cxnSpMkLst>
            <pc:docMk/>
            <pc:sldMk cId="3083526145" sldId="2143188422"/>
            <ac:cxnSpMk id="13" creationId="{EB07D58D-C817-675D-CC29-C17A7B5D764F}"/>
          </ac:cxnSpMkLst>
        </pc:cxnChg>
      </pc:sldChg>
      <pc:sldChg chg="addSp delSp modSp mod">
        <pc:chgData name="최지이" userId="f44ca051-1fb9-4cdd-8676-31e323ee5099" providerId="ADAL" clId="{5F81EE52-DC57-407F-9E57-AC59667C2BBD}" dt="2023-12-18T00:13:05.275" v="1499"/>
        <pc:sldMkLst>
          <pc:docMk/>
          <pc:sldMk cId="1114252945" sldId="2143188426"/>
        </pc:sldMkLst>
        <pc:spChg chg="mod">
          <ac:chgData name="최지이" userId="f44ca051-1fb9-4cdd-8676-31e323ee5099" providerId="ADAL" clId="{5F81EE52-DC57-407F-9E57-AC59667C2BBD}" dt="2023-12-18T00:11:47.877" v="1383" actId="20577"/>
          <ac:spMkLst>
            <pc:docMk/>
            <pc:sldMk cId="1114252945" sldId="2143188426"/>
            <ac:spMk id="3" creationId="{00000000-0000-0000-0000-000000000000}"/>
          </ac:spMkLst>
        </pc:spChg>
        <pc:spChg chg="mod">
          <ac:chgData name="최지이" userId="f44ca051-1fb9-4cdd-8676-31e323ee5099" providerId="ADAL" clId="{5F81EE52-DC57-407F-9E57-AC59667C2BBD}" dt="2023-12-18T00:13:05.275" v="1499"/>
          <ac:spMkLst>
            <pc:docMk/>
            <pc:sldMk cId="1114252945" sldId="2143188426"/>
            <ac:spMk id="31" creationId="{5B9CB65E-64C0-448E-B1A7-BF9E443511CA}"/>
          </ac:spMkLst>
        </pc:spChg>
        <pc:picChg chg="add mod">
          <ac:chgData name="최지이" userId="f44ca051-1fb9-4cdd-8676-31e323ee5099" providerId="ADAL" clId="{5F81EE52-DC57-407F-9E57-AC59667C2BBD}" dt="2023-12-18T00:12:31.400" v="1394" actId="14100"/>
          <ac:picMkLst>
            <pc:docMk/>
            <pc:sldMk cId="1114252945" sldId="2143188426"/>
            <ac:picMk id="4" creationId="{2F7F11CA-FC67-9039-63BC-BB365D75C978}"/>
          </ac:picMkLst>
        </pc:picChg>
        <pc:picChg chg="del">
          <ac:chgData name="최지이" userId="f44ca051-1fb9-4cdd-8676-31e323ee5099" providerId="ADAL" clId="{5F81EE52-DC57-407F-9E57-AC59667C2BBD}" dt="2023-12-18T00:09:50.342" v="1377" actId="478"/>
          <ac:picMkLst>
            <pc:docMk/>
            <pc:sldMk cId="1114252945" sldId="2143188426"/>
            <ac:picMk id="13" creationId="{0088C59A-F795-3F47-EBC5-598FC331C2A0}"/>
          </ac:picMkLst>
        </pc:picChg>
      </pc:sldChg>
      <pc:sldChg chg="addSp delSp modSp mod">
        <pc:chgData name="최지이" userId="f44ca051-1fb9-4cdd-8676-31e323ee5099" providerId="ADAL" clId="{5F81EE52-DC57-407F-9E57-AC59667C2BBD}" dt="2023-12-18T00:22:22.874" v="1656" actId="1036"/>
        <pc:sldMkLst>
          <pc:docMk/>
          <pc:sldMk cId="1551480034" sldId="2143188427"/>
        </pc:sldMkLst>
        <pc:picChg chg="del">
          <ac:chgData name="최지이" userId="f44ca051-1fb9-4cdd-8676-31e323ee5099" providerId="ADAL" clId="{5F81EE52-DC57-407F-9E57-AC59667C2BBD}" dt="2023-12-18T00:22:03.098" v="1632" actId="478"/>
          <ac:picMkLst>
            <pc:docMk/>
            <pc:sldMk cId="1551480034" sldId="2143188427"/>
            <ac:picMk id="2" creationId="{B8E19435-14F1-8B37-208C-D64BC81AA856}"/>
          </ac:picMkLst>
        </pc:picChg>
        <pc:picChg chg="add mod">
          <ac:chgData name="최지이" userId="f44ca051-1fb9-4cdd-8676-31e323ee5099" providerId="ADAL" clId="{5F81EE52-DC57-407F-9E57-AC59667C2BBD}" dt="2023-12-18T00:22:22.874" v="1656" actId="1036"/>
          <ac:picMkLst>
            <pc:docMk/>
            <pc:sldMk cId="1551480034" sldId="2143188427"/>
            <ac:picMk id="5" creationId="{F430D398-723D-EFF3-0903-38E6F4A7F35E}"/>
          </ac:picMkLst>
        </pc:picChg>
      </pc:sldChg>
      <pc:sldChg chg="addSp delSp modSp mod">
        <pc:chgData name="최지이" userId="f44ca051-1fb9-4cdd-8676-31e323ee5099" providerId="ADAL" clId="{5F81EE52-DC57-407F-9E57-AC59667C2BBD}" dt="2023-12-18T00:20:50.006" v="1612" actId="14861"/>
        <pc:sldMkLst>
          <pc:docMk/>
          <pc:sldMk cId="3676875363" sldId="2143188428"/>
        </pc:sldMkLst>
        <pc:spChg chg="mod">
          <ac:chgData name="최지이" userId="f44ca051-1fb9-4cdd-8676-31e323ee5099" providerId="ADAL" clId="{5F81EE52-DC57-407F-9E57-AC59667C2BBD}" dt="2023-12-18T00:17:16.467" v="1586" actId="20577"/>
          <ac:spMkLst>
            <pc:docMk/>
            <pc:sldMk cId="3676875363" sldId="2143188428"/>
            <ac:spMk id="3" creationId="{00000000-0000-0000-0000-000000000000}"/>
          </ac:spMkLst>
        </pc:spChg>
        <pc:spChg chg="mod">
          <ac:chgData name="최지이" userId="f44ca051-1fb9-4cdd-8676-31e323ee5099" providerId="ADAL" clId="{5F81EE52-DC57-407F-9E57-AC59667C2BBD}" dt="2023-12-18T00:16:59.440" v="1583" actId="1035"/>
          <ac:spMkLst>
            <pc:docMk/>
            <pc:sldMk cId="3676875363" sldId="2143188428"/>
            <ac:spMk id="8" creationId="{D74F98B2-4DD0-8FD9-15E6-97902DE228E4}"/>
          </ac:spMkLst>
        </pc:spChg>
        <pc:spChg chg="add del mod topLvl">
          <ac:chgData name="최지이" userId="f44ca051-1fb9-4cdd-8676-31e323ee5099" providerId="ADAL" clId="{5F81EE52-DC57-407F-9E57-AC59667C2BBD}" dt="2023-12-18T00:18:38.771" v="1587" actId="478"/>
          <ac:spMkLst>
            <pc:docMk/>
            <pc:sldMk cId="3676875363" sldId="2143188428"/>
            <ac:spMk id="9" creationId="{CC15F9CE-B418-B397-21FB-D5AB416B8DCA}"/>
          </ac:spMkLst>
        </pc:spChg>
        <pc:spChg chg="mod">
          <ac:chgData name="최지이" userId="f44ca051-1fb9-4cdd-8676-31e323ee5099" providerId="ADAL" clId="{5F81EE52-DC57-407F-9E57-AC59667C2BBD}" dt="2023-12-18T00:20:22.381" v="1597" actId="5793"/>
          <ac:spMkLst>
            <pc:docMk/>
            <pc:sldMk cId="3676875363" sldId="2143188428"/>
            <ac:spMk id="31" creationId="{5B9CB65E-64C0-448E-B1A7-BF9E443511CA}"/>
          </ac:spMkLst>
        </pc:spChg>
        <pc:grpChg chg="add del mod">
          <ac:chgData name="최지이" userId="f44ca051-1fb9-4cdd-8676-31e323ee5099" providerId="ADAL" clId="{5F81EE52-DC57-407F-9E57-AC59667C2BBD}" dt="2023-12-18T00:18:38.771" v="1587" actId="478"/>
          <ac:grpSpMkLst>
            <pc:docMk/>
            <pc:sldMk cId="3676875363" sldId="2143188428"/>
            <ac:grpSpMk id="12" creationId="{B67B232E-778B-A8AF-0A38-89E35563EABE}"/>
          </ac:grpSpMkLst>
        </pc:grpChg>
        <pc:picChg chg="del mod">
          <ac:chgData name="최지이" userId="f44ca051-1fb9-4cdd-8676-31e323ee5099" providerId="ADAL" clId="{5F81EE52-DC57-407F-9E57-AC59667C2BBD}" dt="2023-12-18T00:13:31.024" v="1507" actId="478"/>
          <ac:picMkLst>
            <pc:docMk/>
            <pc:sldMk cId="3676875363" sldId="2143188428"/>
            <ac:picMk id="4" creationId="{35D65025-49DC-0164-DB4C-47FF3658B09F}"/>
          </ac:picMkLst>
        </pc:picChg>
        <pc:picChg chg="mod topLvl">
          <ac:chgData name="최지이" userId="f44ca051-1fb9-4cdd-8676-31e323ee5099" providerId="ADAL" clId="{5F81EE52-DC57-407F-9E57-AC59667C2BBD}" dt="2023-12-18T00:20:50.006" v="1612" actId="14861"/>
          <ac:picMkLst>
            <pc:docMk/>
            <pc:sldMk cId="3676875363" sldId="2143188428"/>
            <ac:picMk id="5" creationId="{FB7E4DDB-F812-6A80-4CD1-B5DF3425A93B}"/>
          </ac:picMkLst>
        </pc:picChg>
        <pc:picChg chg="add mod ord">
          <ac:chgData name="최지이" userId="f44ca051-1fb9-4cdd-8676-31e323ee5099" providerId="ADAL" clId="{5F81EE52-DC57-407F-9E57-AC59667C2BBD}" dt="2023-12-18T00:14:15.693" v="1519" actId="167"/>
          <ac:picMkLst>
            <pc:docMk/>
            <pc:sldMk cId="3676875363" sldId="2143188428"/>
            <ac:picMk id="7" creationId="{9B8B0F10-F7DD-A604-C83C-2E1112C287DF}"/>
          </ac:picMkLst>
        </pc:picChg>
        <pc:cxnChg chg="mod">
          <ac:chgData name="최지이" userId="f44ca051-1fb9-4cdd-8676-31e323ee5099" providerId="ADAL" clId="{5F81EE52-DC57-407F-9E57-AC59667C2BBD}" dt="2023-12-18T00:16:59.440" v="1583" actId="1035"/>
          <ac:cxnSpMkLst>
            <pc:docMk/>
            <pc:sldMk cId="3676875363" sldId="2143188428"/>
            <ac:cxnSpMk id="11" creationId="{6C615272-B577-BF39-E1AD-68B658F7DEBE}"/>
          </ac:cxnSpMkLst>
        </pc:cxnChg>
      </pc:sldChg>
      <pc:sldChg chg="delSp modSp del mod">
        <pc:chgData name="최지이" userId="f44ca051-1fb9-4cdd-8676-31e323ee5099" providerId="ADAL" clId="{5F81EE52-DC57-407F-9E57-AC59667C2BBD}" dt="2023-12-18T00:21:41.515" v="1631" actId="47"/>
        <pc:sldMkLst>
          <pc:docMk/>
          <pc:sldMk cId="2675755161" sldId="2143188429"/>
        </pc:sldMkLst>
        <pc:spChg chg="mod">
          <ac:chgData name="최지이" userId="f44ca051-1fb9-4cdd-8676-31e323ee5099" providerId="ADAL" clId="{5F81EE52-DC57-407F-9E57-AC59667C2BBD}" dt="2023-12-18T00:15:53.821" v="1532" actId="20577"/>
          <ac:spMkLst>
            <pc:docMk/>
            <pc:sldMk cId="2675755161" sldId="2143188429"/>
            <ac:spMk id="3" creationId="{00000000-0000-0000-0000-000000000000}"/>
          </ac:spMkLst>
        </pc:spChg>
        <pc:picChg chg="del">
          <ac:chgData name="최지이" userId="f44ca051-1fb9-4cdd-8676-31e323ee5099" providerId="ADAL" clId="{5F81EE52-DC57-407F-9E57-AC59667C2BBD}" dt="2023-12-18T00:16:08.947" v="1533" actId="478"/>
          <ac:picMkLst>
            <pc:docMk/>
            <pc:sldMk cId="2675755161" sldId="2143188429"/>
            <ac:picMk id="7" creationId="{8E0590CA-7A75-D34F-181D-AA2DA6CB3998}"/>
          </ac:picMkLst>
        </pc:picChg>
      </pc:sldChg>
      <pc:sldChg chg="addSp delSp modSp mod">
        <pc:chgData name="최지이" userId="f44ca051-1fb9-4cdd-8676-31e323ee5099" providerId="ADAL" clId="{5F81EE52-DC57-407F-9E57-AC59667C2BBD}" dt="2023-12-18T00:23:40.578" v="1677" actId="1037"/>
        <pc:sldMkLst>
          <pc:docMk/>
          <pc:sldMk cId="951739545" sldId="2143188430"/>
        </pc:sldMkLst>
        <pc:picChg chg="add mod">
          <ac:chgData name="최지이" userId="f44ca051-1fb9-4cdd-8676-31e323ee5099" providerId="ADAL" clId="{5F81EE52-DC57-407F-9E57-AC59667C2BBD}" dt="2023-12-18T00:23:40.578" v="1677" actId="1037"/>
          <ac:picMkLst>
            <pc:docMk/>
            <pc:sldMk cId="951739545" sldId="2143188430"/>
            <ac:picMk id="4" creationId="{FEA6800A-C287-2A88-CD9A-9122B4C00C4F}"/>
          </ac:picMkLst>
        </pc:picChg>
        <pc:picChg chg="del mod">
          <ac:chgData name="최지이" userId="f44ca051-1fb9-4cdd-8676-31e323ee5099" providerId="ADAL" clId="{5F81EE52-DC57-407F-9E57-AC59667C2BBD}" dt="2023-12-18T00:23:21.220" v="1658" actId="478"/>
          <ac:picMkLst>
            <pc:docMk/>
            <pc:sldMk cId="951739545" sldId="2143188430"/>
            <ac:picMk id="5" creationId="{DB13E683-0DD1-18AB-0A0E-B847BB377EEE}"/>
          </ac:picMkLst>
        </pc:picChg>
      </pc:sldChg>
      <pc:sldChg chg="addSp delSp modSp add mod">
        <pc:chgData name="최지이" userId="f44ca051-1fb9-4cdd-8676-31e323ee5099" providerId="ADAL" clId="{5F81EE52-DC57-407F-9E57-AC59667C2BBD}" dt="2023-12-17T23:32:25.949" v="1083"/>
        <pc:sldMkLst>
          <pc:docMk/>
          <pc:sldMk cId="1455420811" sldId="2143188431"/>
        </pc:sldMkLst>
        <pc:spChg chg="mod">
          <ac:chgData name="최지이" userId="f44ca051-1fb9-4cdd-8676-31e323ee5099" providerId="ADAL" clId="{5F81EE52-DC57-407F-9E57-AC59667C2BBD}" dt="2023-12-15T08:51:02.047" v="853" actId="20577"/>
          <ac:spMkLst>
            <pc:docMk/>
            <pc:sldMk cId="1455420811" sldId="2143188431"/>
            <ac:spMk id="3" creationId="{00000000-0000-0000-0000-000000000000}"/>
          </ac:spMkLst>
        </pc:spChg>
        <pc:spChg chg="add mod">
          <ac:chgData name="최지이" userId="f44ca051-1fb9-4cdd-8676-31e323ee5099" providerId="ADAL" clId="{5F81EE52-DC57-407F-9E57-AC59667C2BBD}" dt="2023-12-15T08:54:42.062" v="1017" actId="1036"/>
          <ac:spMkLst>
            <pc:docMk/>
            <pc:sldMk cId="1455420811" sldId="2143188431"/>
            <ac:spMk id="8" creationId="{3A485494-EF10-5A7C-6EC0-8AE5CE4CB0B2}"/>
          </ac:spMkLst>
        </pc:spChg>
        <pc:spChg chg="del">
          <ac:chgData name="최지이" userId="f44ca051-1fb9-4cdd-8676-31e323ee5099" providerId="ADAL" clId="{5F81EE52-DC57-407F-9E57-AC59667C2BBD}" dt="2023-12-15T08:40:11.470" v="75" actId="478"/>
          <ac:spMkLst>
            <pc:docMk/>
            <pc:sldMk cId="1455420811" sldId="2143188431"/>
            <ac:spMk id="10" creationId="{F17377D5-8C14-7BEA-400A-622E3EEA9435}"/>
          </ac:spMkLst>
        </pc:spChg>
        <pc:spChg chg="del">
          <ac:chgData name="최지이" userId="f44ca051-1fb9-4cdd-8676-31e323ee5099" providerId="ADAL" clId="{5F81EE52-DC57-407F-9E57-AC59667C2BBD}" dt="2023-12-15T08:40:14.573" v="79" actId="478"/>
          <ac:spMkLst>
            <pc:docMk/>
            <pc:sldMk cId="1455420811" sldId="2143188431"/>
            <ac:spMk id="14" creationId="{1D66FD3B-031E-F192-B578-8A410BC3D764}"/>
          </ac:spMkLst>
        </pc:spChg>
        <pc:spChg chg="mod">
          <ac:chgData name="최지이" userId="f44ca051-1fb9-4cdd-8676-31e323ee5099" providerId="ADAL" clId="{5F81EE52-DC57-407F-9E57-AC59667C2BBD}" dt="2023-12-17T23:32:25.949" v="1083"/>
          <ac:spMkLst>
            <pc:docMk/>
            <pc:sldMk cId="1455420811" sldId="2143188431"/>
            <ac:spMk id="31" creationId="{5B9CB65E-64C0-448E-B1A7-BF9E443511CA}"/>
          </ac:spMkLst>
        </pc:spChg>
        <pc:spChg chg="mod">
          <ac:chgData name="최지이" userId="f44ca051-1fb9-4cdd-8676-31e323ee5099" providerId="ADAL" clId="{5F81EE52-DC57-407F-9E57-AC59667C2BBD}" dt="2023-12-15T08:41:10.022" v="177"/>
          <ac:spMkLst>
            <pc:docMk/>
            <pc:sldMk cId="1455420811" sldId="2143188431"/>
            <ac:spMk id="33" creationId="{35FF9204-BF83-43DE-A3B6-846D009F8E3E}"/>
          </ac:spMkLst>
        </pc:spChg>
        <pc:picChg chg="del">
          <ac:chgData name="최지이" userId="f44ca051-1fb9-4cdd-8676-31e323ee5099" providerId="ADAL" clId="{5F81EE52-DC57-407F-9E57-AC59667C2BBD}" dt="2023-12-15T08:40:15.181" v="80" actId="478"/>
          <ac:picMkLst>
            <pc:docMk/>
            <pc:sldMk cId="1455420811" sldId="2143188431"/>
            <ac:picMk id="4" creationId="{14CE81CB-9E09-ECA0-F7F4-7E79568B6AD9}"/>
          </ac:picMkLst>
        </pc:picChg>
        <pc:picChg chg="del">
          <ac:chgData name="최지이" userId="f44ca051-1fb9-4cdd-8676-31e323ee5099" providerId="ADAL" clId="{5F81EE52-DC57-407F-9E57-AC59667C2BBD}" dt="2023-12-15T08:40:10.513" v="74" actId="478"/>
          <ac:picMkLst>
            <pc:docMk/>
            <pc:sldMk cId="1455420811" sldId="2143188431"/>
            <ac:picMk id="5" creationId="{F4D112CD-722F-E79E-EB6A-752D67E70C14}"/>
          </ac:picMkLst>
        </pc:picChg>
        <pc:picChg chg="add mod">
          <ac:chgData name="최지이" userId="f44ca051-1fb9-4cdd-8676-31e323ee5099" providerId="ADAL" clId="{5F81EE52-DC57-407F-9E57-AC59667C2BBD}" dt="2023-12-15T08:49:32.175" v="810" actId="1037"/>
          <ac:picMkLst>
            <pc:docMk/>
            <pc:sldMk cId="1455420811" sldId="2143188431"/>
            <ac:picMk id="7" creationId="{BF23D6E6-6899-02EC-2B20-2D21D467B05B}"/>
          </ac:picMkLst>
        </pc:picChg>
        <pc:picChg chg="del">
          <ac:chgData name="최지이" userId="f44ca051-1fb9-4cdd-8676-31e323ee5099" providerId="ADAL" clId="{5F81EE52-DC57-407F-9E57-AC59667C2BBD}" dt="2023-12-15T08:40:15.595" v="81" actId="478"/>
          <ac:picMkLst>
            <pc:docMk/>
            <pc:sldMk cId="1455420811" sldId="2143188431"/>
            <ac:picMk id="13" creationId="{0EA91B64-66C9-4A95-37A6-AF9CCCDAD3CF}"/>
          </ac:picMkLst>
        </pc:picChg>
        <pc:picChg chg="del">
          <ac:chgData name="최지이" userId="f44ca051-1fb9-4cdd-8676-31e323ee5099" providerId="ADAL" clId="{5F81EE52-DC57-407F-9E57-AC59667C2BBD}" dt="2023-12-15T08:40:12.712" v="77" actId="478"/>
          <ac:picMkLst>
            <pc:docMk/>
            <pc:sldMk cId="1455420811" sldId="2143188431"/>
            <ac:picMk id="15" creationId="{CF3732BF-AB90-5B84-C2AD-ED0F03896134}"/>
          </ac:picMkLst>
        </pc:picChg>
        <pc:cxnChg chg="del mod">
          <ac:chgData name="최지이" userId="f44ca051-1fb9-4cdd-8676-31e323ee5099" providerId="ADAL" clId="{5F81EE52-DC57-407F-9E57-AC59667C2BBD}" dt="2023-12-15T08:40:12.174" v="76" actId="478"/>
          <ac:cxnSpMkLst>
            <pc:docMk/>
            <pc:sldMk cId="1455420811" sldId="2143188431"/>
            <ac:cxnSpMk id="12" creationId="{4B200AA5-68DF-803A-B3E3-E3EE51B6ED37}"/>
          </ac:cxnSpMkLst>
        </pc:cxnChg>
        <pc:cxnChg chg="del mod">
          <ac:chgData name="최지이" userId="f44ca051-1fb9-4cdd-8676-31e323ee5099" providerId="ADAL" clId="{5F81EE52-DC57-407F-9E57-AC59667C2BBD}" dt="2023-12-15T08:40:13.191" v="78" actId="478"/>
          <ac:cxnSpMkLst>
            <pc:docMk/>
            <pc:sldMk cId="1455420811" sldId="2143188431"/>
            <ac:cxnSpMk id="17" creationId="{D45A8844-0D1F-FA4A-FBDD-3DCA972CA443}"/>
          </ac:cxnSpMkLst>
        </pc:cxnChg>
      </pc:sldChg>
      <pc:sldChg chg="addSp delSp modSp add mod">
        <pc:chgData name="최지이" userId="f44ca051-1fb9-4cdd-8676-31e323ee5099" providerId="ADAL" clId="{5F81EE52-DC57-407F-9E57-AC59667C2BBD}" dt="2023-12-17T23:34:08.150" v="1091" actId="692"/>
        <pc:sldMkLst>
          <pc:docMk/>
          <pc:sldMk cId="296422612" sldId="2143188432"/>
        </pc:sldMkLst>
        <pc:spChg chg="mod">
          <ac:chgData name="최지이" userId="f44ca051-1fb9-4cdd-8676-31e323ee5099" providerId="ADAL" clId="{5F81EE52-DC57-407F-9E57-AC59667C2BBD}" dt="2023-12-15T08:51:08.763" v="856" actId="20577"/>
          <ac:spMkLst>
            <pc:docMk/>
            <pc:sldMk cId="296422612" sldId="2143188432"/>
            <ac:spMk id="3" creationId="{00000000-0000-0000-0000-000000000000}"/>
          </ac:spMkLst>
        </pc:spChg>
        <pc:spChg chg="add mod">
          <ac:chgData name="최지이" userId="f44ca051-1fb9-4cdd-8676-31e323ee5099" providerId="ADAL" clId="{5F81EE52-DC57-407F-9E57-AC59667C2BBD}" dt="2023-12-15T08:54:30.631" v="1008" actId="1035"/>
          <ac:spMkLst>
            <pc:docMk/>
            <pc:sldMk cId="296422612" sldId="2143188432"/>
            <ac:spMk id="5" creationId="{F437A085-4B30-04AD-B318-332F6E874AA9}"/>
          </ac:spMkLst>
        </pc:spChg>
        <pc:spChg chg="mod">
          <ac:chgData name="최지이" userId="f44ca051-1fb9-4cdd-8676-31e323ee5099" providerId="ADAL" clId="{5F81EE52-DC57-407F-9E57-AC59667C2BBD}" dt="2023-12-15T08:54:05.229" v="980"/>
          <ac:spMkLst>
            <pc:docMk/>
            <pc:sldMk cId="296422612" sldId="2143188432"/>
            <ac:spMk id="31" creationId="{5B9CB65E-64C0-448E-B1A7-BF9E443511CA}"/>
          </ac:spMkLst>
        </pc:spChg>
        <pc:picChg chg="add mod">
          <ac:chgData name="최지이" userId="f44ca051-1fb9-4cdd-8676-31e323ee5099" providerId="ADAL" clId="{5F81EE52-DC57-407F-9E57-AC59667C2BBD}" dt="2023-12-17T23:33:45.715" v="1086" actId="1076"/>
          <ac:picMkLst>
            <pc:docMk/>
            <pc:sldMk cId="296422612" sldId="2143188432"/>
            <ac:picMk id="2" creationId="{F95130CB-2769-5647-432D-01B382C9175B}"/>
          </ac:picMkLst>
        </pc:picChg>
        <pc:picChg chg="add mod">
          <ac:chgData name="최지이" userId="f44ca051-1fb9-4cdd-8676-31e323ee5099" providerId="ADAL" clId="{5F81EE52-DC57-407F-9E57-AC59667C2BBD}" dt="2023-12-15T08:54:21.342" v="1002" actId="1076"/>
          <ac:picMkLst>
            <pc:docMk/>
            <pc:sldMk cId="296422612" sldId="2143188432"/>
            <ac:picMk id="4" creationId="{08EDD633-90E7-73A1-B06E-6716B04B7F52}"/>
          </ac:picMkLst>
        </pc:picChg>
        <pc:picChg chg="del">
          <ac:chgData name="최지이" userId="f44ca051-1fb9-4cdd-8676-31e323ee5099" providerId="ADAL" clId="{5F81EE52-DC57-407F-9E57-AC59667C2BBD}" dt="2023-12-15T08:52:28.682" v="867" actId="478"/>
          <ac:picMkLst>
            <pc:docMk/>
            <pc:sldMk cId="296422612" sldId="2143188432"/>
            <ac:picMk id="7" creationId="{BF23D6E6-6899-02EC-2B20-2D21D467B05B}"/>
          </ac:picMkLst>
        </pc:picChg>
        <pc:cxnChg chg="add mod">
          <ac:chgData name="최지이" userId="f44ca051-1fb9-4cdd-8676-31e323ee5099" providerId="ADAL" clId="{5F81EE52-DC57-407F-9E57-AC59667C2BBD}" dt="2023-12-17T23:34:08.150" v="1091" actId="692"/>
          <ac:cxnSpMkLst>
            <pc:docMk/>
            <pc:sldMk cId="296422612" sldId="2143188432"/>
            <ac:cxnSpMk id="8" creationId="{B4008A3A-F44F-D645-157A-502941D70818}"/>
          </ac:cxnSpMkLst>
        </pc:cxnChg>
      </pc:sldChg>
      <pc:sldChg chg="addSp delSp modSp add mod setBg">
        <pc:chgData name="최지이" userId="f44ca051-1fb9-4cdd-8676-31e323ee5099" providerId="ADAL" clId="{5F81EE52-DC57-407F-9E57-AC59667C2BBD}" dt="2023-12-18T00:21:15.769" v="1630"/>
        <pc:sldMkLst>
          <pc:docMk/>
          <pc:sldMk cId="3387356051" sldId="2143188433"/>
        </pc:sldMkLst>
        <pc:spChg chg="mod">
          <ac:chgData name="최지이" userId="f44ca051-1fb9-4cdd-8676-31e323ee5099" providerId="ADAL" clId="{5F81EE52-DC57-407F-9E57-AC59667C2BBD}" dt="2023-12-18T00:21:15.769" v="1630"/>
          <ac:spMkLst>
            <pc:docMk/>
            <pc:sldMk cId="3387356051" sldId="2143188433"/>
            <ac:spMk id="3" creationId="{00000000-0000-0000-0000-000000000000}"/>
          </ac:spMkLst>
        </pc:spChg>
        <pc:picChg chg="add mod ord">
          <ac:chgData name="최지이" userId="f44ca051-1fb9-4cdd-8676-31e323ee5099" providerId="ADAL" clId="{5F81EE52-DC57-407F-9E57-AC59667C2BBD}" dt="2023-12-18T00:20:41.013" v="1611" actId="14100"/>
          <ac:picMkLst>
            <pc:docMk/>
            <pc:sldMk cId="3387356051" sldId="2143188433"/>
            <ac:picMk id="4" creationId="{072271E9-8020-AE86-8EE0-3C59CCCD546D}"/>
          </ac:picMkLst>
        </pc:picChg>
        <pc:picChg chg="mod">
          <ac:chgData name="최지이" userId="f44ca051-1fb9-4cdd-8676-31e323ee5099" providerId="ADAL" clId="{5F81EE52-DC57-407F-9E57-AC59667C2BBD}" dt="2023-12-18T00:20:58.592" v="1615" actId="14861"/>
          <ac:picMkLst>
            <pc:docMk/>
            <pc:sldMk cId="3387356051" sldId="2143188433"/>
            <ac:picMk id="5" creationId="{FB7E4DDB-F812-6A80-4CD1-B5DF3425A93B}"/>
          </ac:picMkLst>
        </pc:picChg>
        <pc:picChg chg="del">
          <ac:chgData name="최지이" userId="f44ca051-1fb9-4cdd-8676-31e323ee5099" providerId="ADAL" clId="{5F81EE52-DC57-407F-9E57-AC59667C2BBD}" dt="2023-12-18T00:20:01.028" v="1589" actId="478"/>
          <ac:picMkLst>
            <pc:docMk/>
            <pc:sldMk cId="3387356051" sldId="2143188433"/>
            <ac:picMk id="7" creationId="{9B8B0F10-F7DD-A604-C83C-2E1112C287D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78C87CA-DC5B-2A46-B67F-C3B201380C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FBC4F60-4050-8B49-8D83-DB0BB06520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348BFD-2052-714C-8E5A-05DE8C4523DB}" type="datetimeFigureOut">
              <a:rPr lang="en-US" altLang="x-none" smtClean="0"/>
              <a:t>1/10/2024</a:t>
            </a:fld>
            <a:endParaRPr lang="x-none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069E35-5769-7047-B4B8-9A0C6C7A9B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B72675-AA79-D44F-8097-71C911776F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17F023-877F-2E4B-BDCF-733EA7874520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87920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0" name="Shape 70"/>
          <p:cNvSpPr>
            <a:spLocks noGrp="1"/>
          </p:cNvSpPr>
          <p:nvPr>
            <p:ph type="body" sz="quarter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4673971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914375" latinLnBrk="0">
      <a:defRPr sz="1200">
        <a:latin typeface="+mn-lt"/>
        <a:ea typeface="+mn-ea"/>
        <a:cs typeface="+mn-cs"/>
        <a:sym typeface="맑은 고딕"/>
      </a:defRPr>
    </a:lvl1pPr>
    <a:lvl2pPr indent="228600" defTabSz="914375" latinLnBrk="0">
      <a:defRPr sz="1200">
        <a:latin typeface="+mn-lt"/>
        <a:ea typeface="+mn-ea"/>
        <a:cs typeface="+mn-cs"/>
        <a:sym typeface="맑은 고딕"/>
      </a:defRPr>
    </a:lvl2pPr>
    <a:lvl3pPr indent="457200" defTabSz="914375" latinLnBrk="0">
      <a:defRPr sz="1200">
        <a:latin typeface="+mn-lt"/>
        <a:ea typeface="+mn-ea"/>
        <a:cs typeface="+mn-cs"/>
        <a:sym typeface="맑은 고딕"/>
      </a:defRPr>
    </a:lvl3pPr>
    <a:lvl4pPr indent="685800" defTabSz="914375" latinLnBrk="0">
      <a:defRPr sz="1200">
        <a:latin typeface="+mn-lt"/>
        <a:ea typeface="+mn-ea"/>
        <a:cs typeface="+mn-cs"/>
        <a:sym typeface="맑은 고딕"/>
      </a:defRPr>
    </a:lvl4pPr>
    <a:lvl5pPr indent="914400" defTabSz="914375" latinLnBrk="0">
      <a:defRPr sz="1200">
        <a:latin typeface="+mn-lt"/>
        <a:ea typeface="+mn-ea"/>
        <a:cs typeface="+mn-cs"/>
        <a:sym typeface="맑은 고딕"/>
      </a:defRPr>
    </a:lvl5pPr>
    <a:lvl6pPr indent="1143000" defTabSz="914375" latinLnBrk="0">
      <a:defRPr sz="1200">
        <a:latin typeface="+mn-lt"/>
        <a:ea typeface="+mn-ea"/>
        <a:cs typeface="+mn-cs"/>
        <a:sym typeface="맑은 고딕"/>
      </a:defRPr>
    </a:lvl6pPr>
    <a:lvl7pPr indent="1371600" defTabSz="914375" latinLnBrk="0">
      <a:defRPr sz="1200">
        <a:latin typeface="+mn-lt"/>
        <a:ea typeface="+mn-ea"/>
        <a:cs typeface="+mn-cs"/>
        <a:sym typeface="맑은 고딕"/>
      </a:defRPr>
    </a:lvl7pPr>
    <a:lvl8pPr indent="1600200" defTabSz="914375" latinLnBrk="0">
      <a:defRPr sz="1200">
        <a:latin typeface="+mn-lt"/>
        <a:ea typeface="+mn-ea"/>
        <a:cs typeface="+mn-cs"/>
        <a:sym typeface="맑은 고딕"/>
      </a:defRPr>
    </a:lvl8pPr>
    <a:lvl9pPr indent="1828800" defTabSz="914375" latinLnBrk="0">
      <a:defRPr sz="1200">
        <a:latin typeface="+mn-lt"/>
        <a:ea typeface="+mn-ea"/>
        <a:cs typeface="+mn-cs"/>
        <a:sym typeface="맑은 고딕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278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0745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0273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782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448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51736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672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99431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2199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47971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05193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55791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78386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9383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92660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59599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06348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25932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39751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35755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83837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63204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2607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962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마스터_대내제안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5B3DD894-62CC-4A35-ACD5-07DF11CE3744}"/>
              </a:ext>
            </a:extLst>
          </p:cNvPr>
          <p:cNvSpPr/>
          <p:nvPr userDrawn="1"/>
        </p:nvSpPr>
        <p:spPr>
          <a:xfrm>
            <a:off x="-10226" y="859454"/>
            <a:ext cx="9916227" cy="54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27">
              <a:solidFill>
                <a:schemeClr val="tx1"/>
              </a:solidFill>
            </a:endParaRPr>
          </a:p>
        </p:txBody>
      </p:sp>
      <p:sp>
        <p:nvSpPr>
          <p:cNvPr id="9" name="제목 개체 틀 1">
            <a:extLst>
              <a:ext uri="{FF2B5EF4-FFF2-40B4-BE49-F238E27FC236}">
                <a16:creationId xmlns:a16="http://schemas.microsoft.com/office/drawing/2014/main" id="{B1626DB4-468C-4969-BBCD-3AA337FFF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002" y="106461"/>
            <a:ext cx="9104520" cy="737141"/>
          </a:xfrm>
          <a:prstGeom prst="rect">
            <a:avLst/>
          </a:prstGeom>
          <a:noFill/>
        </p:spPr>
        <p:txBody>
          <a:bodyPr vert="horz" lIns="0" tIns="45720" rIns="91440" bIns="45720" rtlCol="0" anchor="ctr">
            <a:normAutofit/>
          </a:bodyPr>
          <a:lstStyle>
            <a:lvl1pPr marL="0" indent="0">
              <a:buFontTx/>
              <a:buNone/>
              <a:defRPr sz="1950" b="1" spc="-59" baseline="0">
                <a:solidFill>
                  <a:schemeClr val="tx1">
                    <a:lumMod val="75000"/>
                    <a:lumOff val="25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2824642F-4812-4A2B-BB0B-2332E2935D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9111" y="1137751"/>
            <a:ext cx="9036412" cy="82935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Autofit/>
          </a:bodyPr>
          <a:lstStyle>
            <a:lvl1pPr>
              <a:lnSpc>
                <a:spcPct val="120000"/>
              </a:lnSpc>
              <a:defRPr lang="ko-KR" altLang="en-US" sz="1300" b="1" kern="1200" spc="-59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210580" marR="0" lvl="0" indent="-210580" defTabSz="673856" eaLnBrk="0" fontAlgn="base" latinLnBrk="0" hangingPunct="0">
              <a:lnSpc>
                <a:spcPct val="110000"/>
              </a:lnSpc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18878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72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3974">
          <p15:clr>
            <a:srgbClr val="FBAE40"/>
          </p15:clr>
        </p15:guide>
        <p15:guide id="6" orient="horz" pos="640">
          <p15:clr>
            <a:srgbClr val="FBAE40"/>
          </p15:clr>
        </p15:guide>
        <p15:guide id="7" orient="horz" pos="70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2759758"/>
            <a:ext cx="7429500" cy="750205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30008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B009A-05F9-4217-91B8-E467548CEB16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5E7B0-808F-40E1-B4A8-2AC86EACB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459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2500" y="753382"/>
            <a:ext cx="9181020" cy="1019435"/>
          </a:xfrm>
          <a:prstGeom prst="rect">
            <a:avLst/>
          </a:prstGeom>
        </p:spPr>
        <p:txBody>
          <a:bodyPr lIns="0" rIns="0" anchor="t" anchorCtr="0">
            <a:normAutofit/>
          </a:bodyPr>
          <a:lstStyle>
            <a:lvl1pPr marL="0" indent="0">
              <a:lnSpc>
                <a:spcPct val="110000"/>
              </a:lnSpc>
              <a:spcAft>
                <a:spcPts val="4200"/>
              </a:spcAft>
              <a:buNone/>
              <a:defRPr sz="2000" b="1">
                <a:solidFill>
                  <a:srgbClr val="595959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5718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4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2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1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60388" y="116634"/>
            <a:ext cx="8856662" cy="469925"/>
          </a:xfrm>
        </p:spPr>
        <p:txBody>
          <a:bodyPr lIns="0" anchor="ctr" anchorCtr="0">
            <a:normAutofit/>
          </a:bodyPr>
          <a:lstStyle>
            <a:lvl1pPr algn="l">
              <a:lnSpc>
                <a:spcPct val="130000"/>
              </a:lnSpc>
              <a:defRPr sz="2200" b="1" cap="none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2" name="Line 115"/>
          <p:cNvSpPr>
            <a:spLocks noChangeShapeType="1"/>
          </p:cNvSpPr>
          <p:nvPr/>
        </p:nvSpPr>
        <p:spPr bwMode="auto">
          <a:xfrm flipH="1">
            <a:off x="0" y="656692"/>
            <a:ext cx="9906000" cy="0"/>
          </a:xfrm>
          <a:prstGeom prst="line">
            <a:avLst/>
          </a:prstGeom>
          <a:ln w="38100">
            <a:solidFill>
              <a:srgbClr val="C00000"/>
            </a:solidFill>
            <a:headEnd/>
            <a:tailE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lIns="91438" tIns="45719" rIns="91438" bIns="45719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9"/>
          <p:cNvSpPr txBox="1">
            <a:spLocks/>
          </p:cNvSpPr>
          <p:nvPr userDrawn="1"/>
        </p:nvSpPr>
        <p:spPr>
          <a:xfrm>
            <a:off x="4880993" y="6633126"/>
            <a:ext cx="306387" cy="144247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375" rtl="0" eaLnBrk="1" latinLnBrk="1" hangingPunct="1">
              <a:lnSpc>
                <a:spcPts val="1128"/>
              </a:lnSpc>
              <a:defRPr sz="10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187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5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2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48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36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23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11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98" algn="l" defTabSz="914375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 latinLnBrk="0">
              <a:spcBef>
                <a:spcPct val="0"/>
              </a:spcBef>
              <a:spcAft>
                <a:spcPct val="0"/>
              </a:spcAft>
              <a:defRPr/>
            </a:pPr>
            <a:fld id="{7F73DEC5-E5E5-40D3-8806-2E9D3C061194}" type="slidenum">
              <a:rPr lang="en-US" smtClean="0">
                <a:cs typeface="Arial" charset="0"/>
              </a:rPr>
              <a:pPr fontAlgn="base" latinLnBrk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cs typeface="Arial" charset="0"/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>
          <a:xfrm>
            <a:off x="6753201" y="205402"/>
            <a:ext cx="2771800" cy="276999"/>
          </a:xfrm>
          <a:prstGeom prst="rect">
            <a:avLst/>
          </a:prstGeom>
        </p:spPr>
        <p:txBody>
          <a:bodyPr anchor="ctr"/>
          <a:lstStyle>
            <a:lvl1pPr algn="r"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972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6497" y="692697"/>
            <a:ext cx="907357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 err="1"/>
              <a:t>ㄴㄴ</a:t>
            </a:r>
            <a:endParaRPr lang="ko-KR" altLang="en-US"/>
          </a:p>
        </p:txBody>
      </p:sp>
      <p:sp>
        <p:nvSpPr>
          <p:cNvPr id="1028" name="Rectangle 11"/>
          <p:cNvSpPr>
            <a:spLocks noGrp="1" noChangeArrowheads="1"/>
          </p:cNvSpPr>
          <p:nvPr>
            <p:ph type="title"/>
          </p:nvPr>
        </p:nvSpPr>
        <p:spPr bwMode="gray">
          <a:xfrm>
            <a:off x="416496" y="254839"/>
            <a:ext cx="907300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12961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7" r:id="rId3"/>
    <p:sldLayoutId id="2147483728" r:id="rId4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5pPr>
      <a:lvl6pPr marL="447663" algn="l" rtl="0" fontAlgn="base" latinLnBrk="1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6pPr>
      <a:lvl7pPr marL="895327" algn="l" rtl="0" fontAlgn="base" latinLnBrk="1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7pPr>
      <a:lvl8pPr marL="1342990" algn="l" rtl="0" fontAlgn="base" latinLnBrk="1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8pPr>
      <a:lvl9pPr marL="1790653" algn="l" rtl="0" fontAlgn="base" latinLnBrk="1">
        <a:spcBef>
          <a:spcPct val="0"/>
        </a:spcBef>
        <a:spcAft>
          <a:spcPct val="0"/>
        </a:spcAft>
        <a:defRPr sz="2154" b="1">
          <a:solidFill>
            <a:schemeClr val="tx1"/>
          </a:solidFill>
          <a:latin typeface="Arial" charset="0"/>
          <a:ea typeface="맑은 고딕" pitchFamily="50" charset="-127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defRPr sz="1763" b="1">
          <a:solidFill>
            <a:schemeClr val="tx1"/>
          </a:solidFill>
          <a:latin typeface="+mn-lt"/>
          <a:ea typeface="+mn-ea"/>
          <a:cs typeface="+mn-cs"/>
        </a:defRPr>
      </a:lvl1pPr>
      <a:lvl2pPr marL="247148" indent="200517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defRPr kumimoji="1" sz="2742">
          <a:solidFill>
            <a:schemeClr val="tx1"/>
          </a:solidFill>
          <a:latin typeface="+mn-ea"/>
          <a:ea typeface="+mn-ea"/>
        </a:defRPr>
      </a:lvl2pPr>
      <a:lvl3pPr marL="671495" indent="223832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defRPr kumimoji="1" sz="2350">
          <a:solidFill>
            <a:schemeClr val="tx1"/>
          </a:solidFill>
          <a:latin typeface="+mn-ea"/>
          <a:ea typeface="+mn-ea"/>
        </a:defRPr>
      </a:lvl3pPr>
      <a:lvl4pPr marL="1119158" indent="223832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defRPr kumimoji="1" sz="1959">
          <a:solidFill>
            <a:schemeClr val="tx1"/>
          </a:solidFill>
          <a:latin typeface="+mn-ea"/>
          <a:ea typeface="+mn-ea"/>
        </a:defRPr>
      </a:lvl4pPr>
      <a:lvl5pPr marL="1566821" indent="223832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defRPr kumimoji="1" sz="1959">
          <a:solidFill>
            <a:schemeClr val="tx1"/>
          </a:solidFill>
          <a:latin typeface="+mn-ea"/>
          <a:ea typeface="+mn-ea"/>
        </a:defRPr>
      </a:lvl5pPr>
      <a:lvl6pPr marL="2014485" algn="l" rtl="0" fontAlgn="base" latinLnBrk="1">
        <a:spcBef>
          <a:spcPct val="20000"/>
        </a:spcBef>
        <a:spcAft>
          <a:spcPct val="0"/>
        </a:spcAft>
        <a:buFont typeface="Arial" charset="0"/>
        <a:defRPr kumimoji="1" sz="1959">
          <a:solidFill>
            <a:schemeClr val="tx1"/>
          </a:solidFill>
          <a:latin typeface="+mn-ea"/>
          <a:ea typeface="+mn-ea"/>
        </a:defRPr>
      </a:lvl6pPr>
      <a:lvl7pPr marL="2462148" algn="l" rtl="0" fontAlgn="base" latinLnBrk="1">
        <a:spcBef>
          <a:spcPct val="20000"/>
        </a:spcBef>
        <a:spcAft>
          <a:spcPct val="0"/>
        </a:spcAft>
        <a:buFont typeface="Arial" charset="0"/>
        <a:defRPr kumimoji="1" sz="1959">
          <a:solidFill>
            <a:schemeClr val="tx1"/>
          </a:solidFill>
          <a:latin typeface="+mn-ea"/>
          <a:ea typeface="+mn-ea"/>
        </a:defRPr>
      </a:lvl7pPr>
      <a:lvl8pPr marL="2909811" algn="l" rtl="0" fontAlgn="base" latinLnBrk="1">
        <a:spcBef>
          <a:spcPct val="20000"/>
        </a:spcBef>
        <a:spcAft>
          <a:spcPct val="0"/>
        </a:spcAft>
        <a:buFont typeface="Arial" charset="0"/>
        <a:defRPr kumimoji="1" sz="1959">
          <a:solidFill>
            <a:schemeClr val="tx1"/>
          </a:solidFill>
          <a:latin typeface="+mn-ea"/>
          <a:ea typeface="+mn-ea"/>
        </a:defRPr>
      </a:lvl8pPr>
      <a:lvl9pPr marL="3357475" algn="l" rtl="0" fontAlgn="base" latinLnBrk="1">
        <a:spcBef>
          <a:spcPct val="20000"/>
        </a:spcBef>
        <a:spcAft>
          <a:spcPct val="0"/>
        </a:spcAft>
        <a:buFont typeface="Arial" charset="0"/>
        <a:defRPr kumimoji="1" sz="1959">
          <a:solidFill>
            <a:schemeClr val="tx1"/>
          </a:solidFill>
          <a:latin typeface="+mn-ea"/>
          <a:ea typeface="+mn-ea"/>
        </a:defRPr>
      </a:lvl9pPr>
    </p:bodyStyle>
    <p:otherStyle>
      <a:defPPr>
        <a:defRPr lang="ko-KR"/>
      </a:defPPr>
      <a:lvl1pPr marL="0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1pPr>
      <a:lvl2pPr marL="447663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2pPr>
      <a:lvl3pPr marL="895327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3pPr>
      <a:lvl4pPr marL="1342990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4pPr>
      <a:lvl5pPr marL="1790653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5pPr>
      <a:lvl6pPr marL="2238316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6pPr>
      <a:lvl7pPr marL="2685980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7pPr>
      <a:lvl8pPr marL="3133643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8pPr>
      <a:lvl9pPr marL="3581306" algn="l" defTabSz="895327" rtl="0" eaLnBrk="1" latinLnBrk="1" hangingPunct="1">
        <a:defRPr sz="17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계획하는, 공책, 그래프의 무료 스톡 사진">
            <a:extLst>
              <a:ext uri="{FF2B5EF4-FFF2-40B4-BE49-F238E27FC236}">
                <a16:creationId xmlns:a16="http://schemas.microsoft.com/office/drawing/2014/main" id="{4DAADD14-FA24-6204-A805-DBDEA3AEF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34000" y="0"/>
            <a:ext cx="457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14B0983A-0CA1-4441-B7B5-5B2E44910C37}"/>
              </a:ext>
            </a:extLst>
          </p:cNvPr>
          <p:cNvSpPr/>
          <p:nvPr/>
        </p:nvSpPr>
        <p:spPr bwMode="auto">
          <a:xfrm>
            <a:off x="342907" y="1736725"/>
            <a:ext cx="5334000" cy="3102795"/>
          </a:xfrm>
          <a:prstGeom prst="rect">
            <a:avLst/>
          </a:prstGeom>
          <a:solidFill>
            <a:schemeClr val="tx2">
              <a:alpha val="42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ore-KR" altLang="en-US" sz="12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B288091-60DA-034C-9E9E-1FDFB7D0EBA4}"/>
              </a:ext>
            </a:extLst>
          </p:cNvPr>
          <p:cNvSpPr/>
          <p:nvPr/>
        </p:nvSpPr>
        <p:spPr bwMode="auto">
          <a:xfrm>
            <a:off x="0" y="2137234"/>
            <a:ext cx="5334000" cy="3102795"/>
          </a:xfrm>
          <a:prstGeom prst="rect">
            <a:avLst/>
          </a:prstGeom>
          <a:solidFill>
            <a:schemeClr val="accent1">
              <a:alpha val="42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ore-KR" altLang="en-US" sz="1200" b="0" i="0" u="none" strike="noStrike" cap="none" normalizeH="0" baseline="0">
              <a:ln>
                <a:noFill/>
              </a:ln>
              <a:effectLst/>
              <a:highlight>
                <a:srgbClr val="000080"/>
              </a:highlight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FB119A-3B9E-9348-BC28-8FFEAEA5F1BC}"/>
              </a:ext>
            </a:extLst>
          </p:cNvPr>
          <p:cNvSpPr txBox="1"/>
          <p:nvPr/>
        </p:nvSpPr>
        <p:spPr>
          <a:xfrm>
            <a:off x="-806315" y="3087036"/>
            <a:ext cx="184731" cy="3436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x-none" altLang="en-US" sz="1633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E18ABBA-707F-471E-913F-A91B5CC5D1C6}"/>
              </a:ext>
            </a:extLst>
          </p:cNvPr>
          <p:cNvGrpSpPr/>
          <p:nvPr/>
        </p:nvGrpSpPr>
        <p:grpSpPr>
          <a:xfrm>
            <a:off x="708448" y="2502983"/>
            <a:ext cx="4314762" cy="1744067"/>
            <a:chOff x="2323575" y="5261751"/>
            <a:chExt cx="9505928" cy="192291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68A5FEB-EC59-4C73-9B3A-07D4573122F0}"/>
                </a:ext>
              </a:extLst>
            </p:cNvPr>
            <p:cNvSpPr txBox="1"/>
            <p:nvPr/>
          </p:nvSpPr>
          <p:spPr>
            <a:xfrm>
              <a:off x="8655727" y="5431912"/>
              <a:ext cx="1983295" cy="307808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defTabSz="1043056" latinLnBrk="0">
                <a:spcAft>
                  <a:spcPts val="800"/>
                </a:spcAft>
                <a:defRPr sz="2800" spc="-1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현대하모니 B" panose="02020603020101020101" pitchFamily="18" charset="-127"/>
                  <a:ea typeface="현대하모니 B" panose="02020603020101020101" pitchFamily="18" charset="-127"/>
                </a:defRPr>
              </a:lvl1pPr>
              <a:lvl2pPr marL="521528" defTabSz="1043056">
                <a:defRPr sz="2100"/>
              </a:lvl2pPr>
              <a:lvl3pPr marL="1043056" defTabSz="1043056">
                <a:defRPr sz="2100"/>
              </a:lvl3pPr>
              <a:lvl4pPr marL="1564584" defTabSz="1043056">
                <a:defRPr sz="2100"/>
              </a:lvl4pPr>
              <a:lvl5pPr marL="2086112" defTabSz="1043056">
                <a:defRPr sz="2100"/>
              </a:lvl5pPr>
              <a:lvl6pPr marL="2607640" defTabSz="1043056">
                <a:defRPr sz="2100"/>
              </a:lvl6pPr>
              <a:lvl7pPr marL="3129168" defTabSz="1043056">
                <a:defRPr sz="2100"/>
              </a:lvl7pPr>
              <a:lvl8pPr marL="3650696" defTabSz="1043056">
                <a:defRPr sz="2100"/>
              </a:lvl8pPr>
              <a:lvl9pPr marL="4172224" defTabSz="1043056">
                <a:defRPr sz="2100"/>
              </a:lvl9pPr>
            </a:lstStyle>
            <a:p>
              <a:pPr algn="ctr"/>
              <a:endParaRPr lang="ko-KR" altLang="en-US" sz="1814" b="1" spc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68A5FEB-EC59-4C73-9B3A-07D4573122F0}"/>
                </a:ext>
              </a:extLst>
            </p:cNvPr>
            <p:cNvSpPr txBox="1"/>
            <p:nvPr/>
          </p:nvSpPr>
          <p:spPr>
            <a:xfrm>
              <a:off x="2323575" y="5261751"/>
              <a:ext cx="9505928" cy="1922916"/>
            </a:xfrm>
            <a:prstGeom prst="rect">
              <a:avLst/>
            </a:prstGeom>
            <a:effectLst/>
          </p:spPr>
          <p:txBody>
            <a:bodyPr wrap="square" lIns="0" tIns="0" rIns="0" bIns="0" anchor="ctr" anchorCtr="0">
              <a:sp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defTabSz="1043056" latinLnBrk="0">
                <a:spcAft>
                  <a:spcPts val="800"/>
                </a:spcAft>
                <a:defRPr sz="2800" spc="-10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현대하모니 B" panose="02020603020101020101" pitchFamily="18" charset="-127"/>
                  <a:ea typeface="현대하모니 B" panose="02020603020101020101" pitchFamily="18" charset="-127"/>
                </a:defRPr>
              </a:lvl1pPr>
              <a:lvl2pPr marL="521528" defTabSz="1043056">
                <a:defRPr sz="2100"/>
              </a:lvl2pPr>
              <a:lvl3pPr marL="1043056" defTabSz="1043056">
                <a:defRPr sz="2100"/>
              </a:lvl3pPr>
              <a:lvl4pPr marL="1564584" defTabSz="1043056">
                <a:defRPr sz="2100"/>
              </a:lvl4pPr>
              <a:lvl5pPr marL="2086112" defTabSz="1043056">
                <a:defRPr sz="2100"/>
              </a:lvl5pPr>
              <a:lvl6pPr marL="2607640" defTabSz="1043056">
                <a:defRPr sz="2100"/>
              </a:lvl6pPr>
              <a:lvl7pPr marL="3129168" defTabSz="1043056">
                <a:defRPr sz="2100"/>
              </a:lvl7pPr>
              <a:lvl8pPr marL="3650696" defTabSz="1043056">
                <a:defRPr sz="2100"/>
              </a:lvl8pPr>
              <a:lvl9pPr marL="4172224" defTabSz="1043056">
                <a:defRPr sz="2100"/>
              </a:lvl9pPr>
            </a:lstStyle>
            <a:p>
              <a:r>
                <a:rPr lang="ko-KR" altLang="en-US" sz="3600" b="1" spc="-80" dirty="0">
                  <a:latin typeface="맑은 고딕"/>
                  <a:ea typeface="맑은 고딕"/>
                </a:rPr>
                <a:t>포스코 </a:t>
              </a:r>
              <a:r>
                <a:rPr lang="ko-KR" altLang="en-US" sz="3600" b="1" spc="-80" dirty="0" err="1">
                  <a:latin typeface="맑은 고딕"/>
                  <a:ea typeface="맑은 고딕"/>
                </a:rPr>
                <a:t>이앤씨</a:t>
              </a:r>
              <a:endParaRPr lang="en-US" altLang="ko-KR" sz="3600" b="1" spc="-80" dirty="0">
                <a:latin typeface="맑은 고딕"/>
                <a:ea typeface="맑은 고딕"/>
              </a:endParaRPr>
            </a:p>
            <a:p>
              <a:r>
                <a:rPr lang="ko-KR" altLang="en-US" sz="3600" b="1" spc="-80" dirty="0">
                  <a:latin typeface="맑은 고딕"/>
                  <a:ea typeface="맑은 고딕"/>
                </a:rPr>
                <a:t> 라이선스관리 앱</a:t>
              </a:r>
              <a:endParaRPr lang="en-US" altLang="ko-KR" sz="3600" b="1" spc="-8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맑은 고딕"/>
                <a:ea typeface="맑은 고딕"/>
              </a:endParaRPr>
            </a:p>
            <a:p>
              <a:r>
                <a:rPr lang="ko-KR" altLang="en-US" b="1" spc="-80" dirty="0">
                  <a:latin typeface="맑은 고딕"/>
                  <a:ea typeface="맑은 고딕"/>
                </a:rPr>
                <a:t>운영자 매뉴얼</a:t>
              </a:r>
              <a:endParaRPr lang="en-US" altLang="ko-KR" b="1" spc="-8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DEE546A6-3208-42D0-B48D-08601C36109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55" y="6564076"/>
            <a:ext cx="1521403" cy="193473"/>
          </a:xfrm>
          <a:prstGeom prst="rect">
            <a:avLst/>
          </a:prstGeom>
        </p:spPr>
      </p:pic>
      <p:pic>
        <p:nvPicPr>
          <p:cNvPr id="6" name="그림 5" descr="폰트, 그래픽, 스크린샷, 그래픽 디자인이(가) 표시된 사진&#10;&#10;자동 생성된 설명">
            <a:extLst>
              <a:ext uri="{FF2B5EF4-FFF2-40B4-BE49-F238E27FC236}">
                <a16:creationId xmlns:a16="http://schemas.microsoft.com/office/drawing/2014/main" id="{114D6B82-E82F-3058-73E6-984A39EEC33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7" y="544098"/>
            <a:ext cx="2056262" cy="81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431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1.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참고사항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 :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연결 데이터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1. Power Apps</a:t>
              </a:r>
              <a:r>
                <a:rPr lang="ko-KR" altLang="en-US" sz="1000" dirty="0">
                  <a:latin typeface="맑은 고딕"/>
                  <a:ea typeface="맑은 고딕"/>
                </a:rPr>
                <a:t>에서 사용자 정보 및 라이선스 그룹을 가져오는 데이터</a:t>
              </a: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2. Share Point List </a:t>
              </a:r>
              <a:r>
                <a:rPr lang="ko-KR" altLang="en-US" sz="1000" dirty="0">
                  <a:latin typeface="맑은 고딕"/>
                  <a:ea typeface="맑은 고딕"/>
                </a:rPr>
                <a:t>연결 데이터</a:t>
              </a: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3. Power Apps </a:t>
              </a:r>
              <a:r>
                <a:rPr lang="ko-KR" altLang="en-US" sz="1000" dirty="0">
                  <a:latin typeface="맑은 고딕"/>
                  <a:ea typeface="맑은 고딕"/>
                </a:rPr>
                <a:t>내에서 사용되는 컬렉션 데이터</a:t>
              </a: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4. </a:t>
              </a:r>
              <a:r>
                <a:rPr lang="ko-KR" altLang="en-US" sz="1000" dirty="0">
                  <a:latin typeface="맑은 고딕"/>
                  <a:ea typeface="맑은 고딕"/>
                </a:rPr>
                <a:t>연결이 끊겼을 때</a:t>
              </a:r>
              <a:r>
                <a:rPr lang="en-US" altLang="ko-KR" sz="1000" dirty="0">
                  <a:latin typeface="맑은 고딕"/>
                  <a:ea typeface="맑은 고딕"/>
                </a:rPr>
                <a:t>, </a:t>
              </a:r>
              <a:r>
                <a:rPr lang="ko-KR" altLang="en-US" sz="1000" dirty="0">
                  <a:latin typeface="맑은 고딕"/>
                  <a:ea typeface="맑은 고딕"/>
                </a:rPr>
                <a:t>기존에 연결을 제거하고 다시 연결</a:t>
              </a:r>
              <a:endParaRPr lang="en-US" altLang="ko-KR" sz="1000" dirty="0">
                <a:latin typeface="맑은 고딕"/>
                <a:ea typeface="맑은 고딕"/>
              </a:endParaRP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연결 데이터</a:t>
            </a:r>
            <a:endParaRPr lang="ko-KR" altLang="en-US" sz="1300" b="1" dirty="0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C084F86-4671-2655-A0B6-62ADCEF4A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128" y="1545767"/>
            <a:ext cx="1918915" cy="488034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5A096E7-E122-76E0-0175-1685FD8589D1}"/>
              </a:ext>
            </a:extLst>
          </p:cNvPr>
          <p:cNvSpPr/>
          <p:nvPr/>
        </p:nvSpPr>
        <p:spPr bwMode="auto">
          <a:xfrm>
            <a:off x="1679946" y="2458269"/>
            <a:ext cx="1729097" cy="717322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 dirty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FDED416-DCD1-51E7-76E7-0B926C52A526}"/>
              </a:ext>
            </a:extLst>
          </p:cNvPr>
          <p:cNvSpPr/>
          <p:nvPr/>
        </p:nvSpPr>
        <p:spPr bwMode="auto">
          <a:xfrm>
            <a:off x="1679946" y="3175591"/>
            <a:ext cx="1729097" cy="645042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 dirty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A2787B6-92BE-449B-7CB1-C9F2E87B8721}"/>
              </a:ext>
            </a:extLst>
          </p:cNvPr>
          <p:cNvSpPr/>
          <p:nvPr/>
        </p:nvSpPr>
        <p:spPr bwMode="auto">
          <a:xfrm>
            <a:off x="1679946" y="3819112"/>
            <a:ext cx="1729097" cy="2199846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 dirty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7A3A2F78-EC57-506F-DBAA-E1F2493A195B}"/>
              </a:ext>
            </a:extLst>
          </p:cNvPr>
          <p:cNvSpPr/>
          <p:nvPr/>
        </p:nvSpPr>
        <p:spPr bwMode="auto">
          <a:xfrm>
            <a:off x="1502146" y="2305135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맑은 고딕" pitchFamily="50" charset="-127"/>
                <a:cs typeface="Arial" charset="0"/>
              </a:rPr>
              <a:t>1</a:t>
            </a:r>
            <a:endParaRPr kumimoji="1" lang="ko-KR" altLang="en-US" sz="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3516B69-E295-4DC7-946C-9782AA85D4DA}"/>
              </a:ext>
            </a:extLst>
          </p:cNvPr>
          <p:cNvSpPr/>
          <p:nvPr/>
        </p:nvSpPr>
        <p:spPr bwMode="auto">
          <a:xfrm>
            <a:off x="1479561" y="3066386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solidFill>
                  <a:srgbClr val="FF0000"/>
                </a:solidFill>
                <a:latin typeface="Arial" charset="0"/>
                <a:ea typeface="맑은 고딕" pitchFamily="50" charset="-127"/>
                <a:cs typeface="Arial" charset="0"/>
              </a:rPr>
              <a:t>2</a:t>
            </a:r>
            <a:endParaRPr kumimoji="1" lang="ko-KR" altLang="en-US" sz="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F0A406D1-E7FD-4018-119D-8BA9BB9D3E91}"/>
              </a:ext>
            </a:extLst>
          </p:cNvPr>
          <p:cNvSpPr/>
          <p:nvPr/>
        </p:nvSpPr>
        <p:spPr bwMode="auto">
          <a:xfrm>
            <a:off x="1490128" y="3735956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solidFill>
                  <a:srgbClr val="FF0000"/>
                </a:solidFill>
                <a:latin typeface="Arial" charset="0"/>
                <a:ea typeface="맑은 고딕" pitchFamily="50" charset="-127"/>
                <a:cs typeface="Arial" charset="0"/>
              </a:rPr>
              <a:t>3</a:t>
            </a:r>
            <a:endParaRPr kumimoji="1" lang="ko-KR" altLang="en-US" sz="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3CED7806-CD6A-4F32-8D13-3A89BCC896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4682" y="2904552"/>
            <a:ext cx="1589537" cy="3038229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46AC0AEB-18A5-C3A4-B09F-76DCE6E03C56}"/>
              </a:ext>
            </a:extLst>
          </p:cNvPr>
          <p:cNvSpPr/>
          <p:nvPr/>
        </p:nvSpPr>
        <p:spPr bwMode="auto">
          <a:xfrm>
            <a:off x="4294682" y="2899790"/>
            <a:ext cx="1589537" cy="3038628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 dirty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6703A950-B745-8D56-865E-21FC204A36A4}"/>
              </a:ext>
            </a:extLst>
          </p:cNvPr>
          <p:cNvSpPr/>
          <p:nvPr/>
        </p:nvSpPr>
        <p:spPr bwMode="auto">
          <a:xfrm>
            <a:off x="4116882" y="2738240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solidFill>
                  <a:srgbClr val="FF0000"/>
                </a:solidFill>
                <a:latin typeface="Arial" charset="0"/>
                <a:ea typeface="맑은 고딕" pitchFamily="50" charset="-127"/>
                <a:cs typeface="Arial" charset="0"/>
              </a:rPr>
              <a:t>4</a:t>
            </a:r>
            <a:endParaRPr kumimoji="1" lang="ko-KR" altLang="en-US" sz="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957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2CFEF99-D803-4BD1-9555-E3D0BF65C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61" y="3690384"/>
            <a:ext cx="4344848" cy="2785271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7DCFC051-D64C-D917-7851-072E185EDF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8765" y="3940096"/>
            <a:ext cx="3577267" cy="179591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DF8546C-9DD4-84FA-0FEE-297E9A0991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361" y="1435155"/>
            <a:ext cx="6209089" cy="2199846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2.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참고사항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 :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버전 복원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1. </a:t>
              </a:r>
              <a:r>
                <a:rPr lang="ko-KR" altLang="en-US" sz="1000" dirty="0">
                  <a:latin typeface="맑은 고딕"/>
                  <a:ea typeface="맑은 고딕"/>
                </a:rPr>
                <a:t>세부 정보 클릭</a:t>
              </a: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2. </a:t>
              </a:r>
              <a:r>
                <a:rPr lang="ko-KR" altLang="en-US" sz="1000" dirty="0">
                  <a:latin typeface="맑은 고딕"/>
                  <a:ea typeface="맑은 고딕"/>
                </a:rPr>
                <a:t>버전 클릭</a:t>
              </a: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3, </a:t>
              </a:r>
              <a:r>
                <a:rPr lang="ko-KR" altLang="en-US" sz="1000" dirty="0">
                  <a:latin typeface="맑은 고딕"/>
                  <a:ea typeface="맑은 고딕"/>
                </a:rPr>
                <a:t>복원할 버전 클릭 후 상단의 복원 버튼 클릭</a:t>
              </a: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endParaRPr lang="en-US" altLang="ko-KR" sz="1000" dirty="0">
                <a:latin typeface="맑은 고딕"/>
                <a:ea typeface="맑은 고딕"/>
              </a:endParaRP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버전 복원</a:t>
            </a:r>
            <a:endParaRPr lang="ko-KR" altLang="en-US" sz="1300" b="1" dirty="0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A2787B6-92BE-449B-7CB1-C9F2E87B8721}"/>
              </a:ext>
            </a:extLst>
          </p:cNvPr>
          <p:cNvSpPr/>
          <p:nvPr/>
        </p:nvSpPr>
        <p:spPr bwMode="auto">
          <a:xfrm>
            <a:off x="2849527" y="3083442"/>
            <a:ext cx="928576" cy="177209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 dirty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F0A406D1-E7FD-4018-119D-8BA9BB9D3E91}"/>
              </a:ext>
            </a:extLst>
          </p:cNvPr>
          <p:cNvSpPr/>
          <p:nvPr/>
        </p:nvSpPr>
        <p:spPr bwMode="auto">
          <a:xfrm>
            <a:off x="2671727" y="2917130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맑은 고딕" pitchFamily="50" charset="-127"/>
                <a:cs typeface="Arial" charset="0"/>
              </a:rPr>
              <a:t>1</a:t>
            </a:r>
            <a:endParaRPr kumimoji="1" lang="ko-KR" altLang="en-US" sz="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7D954D5-98B7-EA51-FD2E-4E3BB6D590A6}"/>
              </a:ext>
            </a:extLst>
          </p:cNvPr>
          <p:cNvSpPr/>
          <p:nvPr/>
        </p:nvSpPr>
        <p:spPr bwMode="auto">
          <a:xfrm>
            <a:off x="446892" y="3891516"/>
            <a:ext cx="1233052" cy="190115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 dirty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16725638-DA7F-F1B3-043B-88402281834D}"/>
              </a:ext>
            </a:extLst>
          </p:cNvPr>
          <p:cNvSpPr/>
          <p:nvPr/>
        </p:nvSpPr>
        <p:spPr bwMode="auto">
          <a:xfrm>
            <a:off x="346983" y="3725005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dirty="0">
                <a:solidFill>
                  <a:srgbClr val="FF0000"/>
                </a:solidFill>
                <a:latin typeface="Arial" charset="0"/>
                <a:ea typeface="맑은 고딕" pitchFamily="50" charset="-127"/>
                <a:cs typeface="Arial" charset="0"/>
              </a:rPr>
              <a:t>2</a:t>
            </a:r>
            <a:endParaRPr kumimoji="1" lang="ko-KR" altLang="en-US" sz="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395223D-63C9-B640-8053-6E6D7DD11BEA}"/>
              </a:ext>
            </a:extLst>
          </p:cNvPr>
          <p:cNvSpPr/>
          <p:nvPr/>
        </p:nvSpPr>
        <p:spPr bwMode="auto">
          <a:xfrm>
            <a:off x="2962211" y="3956314"/>
            <a:ext cx="3577266" cy="1779701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 dirty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59475BEE-B518-F71F-2FC5-E2B3E47321D4}"/>
              </a:ext>
            </a:extLst>
          </p:cNvPr>
          <p:cNvSpPr/>
          <p:nvPr/>
        </p:nvSpPr>
        <p:spPr bwMode="auto">
          <a:xfrm>
            <a:off x="2772276" y="3820261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맑은 고딕" pitchFamily="50" charset="-127"/>
                <a:cs typeface="Arial" charset="0"/>
              </a:rPr>
              <a:t>3</a:t>
            </a:r>
            <a:endParaRPr kumimoji="1" lang="ko-KR" altLang="en-US" sz="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2422B4A-A622-0149-AFAC-C4325DBEDF4A}"/>
              </a:ext>
            </a:extLst>
          </p:cNvPr>
          <p:cNvSpPr/>
          <p:nvPr/>
        </p:nvSpPr>
        <p:spPr bwMode="auto">
          <a:xfrm flipV="1">
            <a:off x="2978765" y="3956312"/>
            <a:ext cx="3560712" cy="166311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 dirty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070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F60B1FC-FC88-22CD-6A20-6C1A9A921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88" y="1538177"/>
            <a:ext cx="6084478" cy="1782834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3.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참고사항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 : Apps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게시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1. </a:t>
              </a:r>
              <a:r>
                <a:rPr lang="ko-KR" altLang="en-US" sz="1000" dirty="0">
                  <a:latin typeface="맑은 고딕"/>
                  <a:ea typeface="맑은 고딕"/>
                </a:rPr>
                <a:t>수정 후 게시버튼을 눌러야 사용자에게 수정된 버전을 제공할 수 있다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Apps </a:t>
            </a:r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게시</a:t>
            </a:r>
            <a:endParaRPr lang="ko-KR" altLang="en-US" sz="1300" b="1" dirty="0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A2787B6-92BE-449B-7CB1-C9F2E87B8721}"/>
              </a:ext>
            </a:extLst>
          </p:cNvPr>
          <p:cNvSpPr/>
          <p:nvPr/>
        </p:nvSpPr>
        <p:spPr bwMode="auto">
          <a:xfrm>
            <a:off x="5606904" y="1605965"/>
            <a:ext cx="1037962" cy="222835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 dirty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F0A406D1-E7FD-4018-119D-8BA9BB9D3E91}"/>
              </a:ext>
            </a:extLst>
          </p:cNvPr>
          <p:cNvSpPr/>
          <p:nvPr/>
        </p:nvSpPr>
        <p:spPr bwMode="auto">
          <a:xfrm>
            <a:off x="5429104" y="1405759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맑은 고딕" pitchFamily="50" charset="-127"/>
                <a:cs typeface="Arial" charset="0"/>
              </a:rPr>
              <a:t>1</a:t>
            </a:r>
            <a:endParaRPr kumimoji="1" lang="ko-KR" altLang="en-US" sz="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20FADBC-1C06-1981-AC14-A175CF8EB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57" y="4245788"/>
            <a:ext cx="4923825" cy="107403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8DC79276-B3D3-DE12-EC40-1CF70061D580}"/>
              </a:ext>
            </a:extLst>
          </p:cNvPr>
          <p:cNvSpPr/>
          <p:nvPr/>
        </p:nvSpPr>
        <p:spPr bwMode="auto">
          <a:xfrm>
            <a:off x="5202865" y="4756297"/>
            <a:ext cx="703016" cy="563525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 dirty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3DF8B8F-1039-7D03-C5B6-47D800933851}"/>
              </a:ext>
            </a:extLst>
          </p:cNvPr>
          <p:cNvSpPr/>
          <p:nvPr/>
        </p:nvSpPr>
        <p:spPr bwMode="auto">
          <a:xfrm>
            <a:off x="825520" y="4088544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맑은 고딕" pitchFamily="50" charset="-127"/>
                <a:cs typeface="Arial" charset="0"/>
              </a:rPr>
              <a:t>1</a:t>
            </a:r>
            <a:endParaRPr kumimoji="1" lang="ko-KR" altLang="en-US" sz="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940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1.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시스템 운영 정보 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접속 경로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사용중인 시스템 </a:t>
              </a:r>
              <a:r>
                <a:rPr lang="en-US" altLang="ko-KR" sz="1000" dirty="0">
                  <a:latin typeface="맑은 고딕"/>
                  <a:ea typeface="맑은 고딕"/>
                </a:rPr>
                <a:t>URL</a:t>
              </a: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접속 경로</a:t>
            </a:r>
            <a:endParaRPr lang="ko-KR" altLang="en-US" sz="1300" b="1" dirty="0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79D78C-E499-E4DD-0D67-B86777F82263}"/>
              </a:ext>
            </a:extLst>
          </p:cNvPr>
          <p:cNvSpPr txBox="1"/>
          <p:nvPr/>
        </p:nvSpPr>
        <p:spPr>
          <a:xfrm>
            <a:off x="344487" y="2838353"/>
            <a:ext cx="633670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https://make.powerapps.com/e/Default-ec1d3aa9-13ec-4dc5-8672-06fc64ca7701/canvas/?action=edit&amp;app-id=%2Fproviders%2FMicrosoft.PowerApps%2Fapps%2F593e2777-8ee2-4037-b95e-0bf09c9137d3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99D995-FD38-A636-F4DF-4D828E5A9934}"/>
              </a:ext>
            </a:extLst>
          </p:cNvPr>
          <p:cNvSpPr txBox="1"/>
          <p:nvPr/>
        </p:nvSpPr>
        <p:spPr>
          <a:xfrm>
            <a:off x="344488" y="2576743"/>
            <a:ext cx="12592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/>
              <a:t>- Apps </a:t>
            </a:r>
            <a:r>
              <a:rPr lang="ko-KR" altLang="en-US" sz="1100" b="1" dirty="0"/>
              <a:t>접속 </a:t>
            </a:r>
            <a:r>
              <a:rPr lang="en-US" altLang="ko-KR" sz="1100" b="1" dirty="0"/>
              <a:t>URL</a:t>
            </a:r>
            <a:endParaRPr lang="ko-KR" altLang="en-US" sz="11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70869E-55FD-7F6E-7018-FF08B01CCDE1}"/>
              </a:ext>
            </a:extLst>
          </p:cNvPr>
          <p:cNvSpPr txBox="1"/>
          <p:nvPr/>
        </p:nvSpPr>
        <p:spPr>
          <a:xfrm>
            <a:off x="344487" y="3445043"/>
            <a:ext cx="209391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/>
              <a:t>- SharePoint </a:t>
            </a:r>
            <a:r>
              <a:rPr lang="ko-KR" altLang="en-US" sz="1100" b="1" dirty="0"/>
              <a:t>리스트 </a:t>
            </a:r>
            <a:r>
              <a:rPr lang="en-US" altLang="ko-KR" sz="1100" b="1" dirty="0"/>
              <a:t>URL</a:t>
            </a:r>
            <a:endParaRPr lang="ko-KR" altLang="en-US" sz="11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B5CBF3-10EE-A026-E429-13479109F238}"/>
              </a:ext>
            </a:extLst>
          </p:cNvPr>
          <p:cNvSpPr txBox="1"/>
          <p:nvPr/>
        </p:nvSpPr>
        <p:spPr>
          <a:xfrm>
            <a:off x="344485" y="3687651"/>
            <a:ext cx="63225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https://poscoenc365.sharepoint.com/sites/ManagingLicenses</a:t>
            </a:r>
            <a:endParaRPr lang="ko-KR" alt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565CDD-D910-DAC8-94EF-F9442A447F9D}"/>
              </a:ext>
            </a:extLst>
          </p:cNvPr>
          <p:cNvSpPr txBox="1"/>
          <p:nvPr/>
        </p:nvSpPr>
        <p:spPr>
          <a:xfrm>
            <a:off x="330310" y="3978401"/>
            <a:ext cx="209391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/>
              <a:t>-Azure </a:t>
            </a:r>
            <a:r>
              <a:rPr lang="ko-KR" altLang="en-US" sz="1100" b="1" dirty="0"/>
              <a:t>그룹</a:t>
            </a:r>
            <a:r>
              <a:rPr lang="en-US" altLang="ko-KR" sz="1100" b="1" dirty="0"/>
              <a:t>(E3,F3) URL</a:t>
            </a:r>
            <a:endParaRPr lang="ko-KR" altLang="en-US" sz="11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E06DC7-2BE5-7A10-CF1A-CF25385B02AF}"/>
              </a:ext>
            </a:extLst>
          </p:cNvPr>
          <p:cNvSpPr txBox="1"/>
          <p:nvPr/>
        </p:nvSpPr>
        <p:spPr>
          <a:xfrm>
            <a:off x="330309" y="4221010"/>
            <a:ext cx="633670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https://portal.azure.com/#view/Microsoft_AAD_IAM/GroupDetailsMenuBlade/~/Overview/groupId/4567b7d7-bdc9-40e6-b51b-adee7b94631f/menuId/</a:t>
            </a:r>
            <a:endParaRPr lang="ko-KR" altLang="en-US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8FA6E3-EF3E-94B3-0872-72845C697DB5}"/>
              </a:ext>
            </a:extLst>
          </p:cNvPr>
          <p:cNvSpPr txBox="1"/>
          <p:nvPr/>
        </p:nvSpPr>
        <p:spPr>
          <a:xfrm>
            <a:off x="330308" y="4654513"/>
            <a:ext cx="633670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https://portal.azure.com/#view/Microsoft_AAD_IAM/GroupDetailsMenuBlade/~/Overview/groupId/a14980a1-e42b-481e-9664-2f941f959f41/menuId/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921434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1. Power Automate Flow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신청결과 안내 메일 발송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List</a:t>
              </a:r>
              <a:r>
                <a:rPr lang="ko-KR" altLang="en-US" sz="1000" dirty="0">
                  <a:latin typeface="맑은 고딕"/>
                  <a:ea typeface="맑은 고딕"/>
                </a:rPr>
                <a:t>의 </a:t>
              </a:r>
              <a:r>
                <a:rPr lang="en-US" altLang="ko-KR" sz="1000" dirty="0" err="1">
                  <a:latin typeface="맑은 고딕"/>
                  <a:ea typeface="맑은 고딕"/>
                </a:rPr>
                <a:t>Mail_DB</a:t>
              </a:r>
              <a:r>
                <a:rPr lang="ko-KR" altLang="en-US" sz="1000" dirty="0">
                  <a:latin typeface="맑은 고딕"/>
                  <a:ea typeface="맑은 고딕"/>
                </a:rPr>
                <a:t>의 메일 헤더</a:t>
              </a:r>
              <a:r>
                <a:rPr lang="en-US" altLang="ko-KR" sz="1000" dirty="0">
                  <a:latin typeface="맑은 고딕"/>
                  <a:ea typeface="맑은 고딕"/>
                </a:rPr>
                <a:t>,</a:t>
              </a:r>
              <a:r>
                <a:rPr lang="ko-KR" altLang="en-US" sz="1000" dirty="0">
                  <a:latin typeface="맑은 고딕"/>
                  <a:ea typeface="맑은 고딕"/>
                </a:rPr>
                <a:t>본문을 읽어서</a:t>
              </a:r>
              <a:r>
                <a:rPr lang="en-US" altLang="ko-KR" sz="1000" dirty="0">
                  <a:latin typeface="맑은 고딕"/>
                  <a:ea typeface="맑은 고딕"/>
                </a:rPr>
                <a:t> </a:t>
              </a:r>
              <a:r>
                <a:rPr lang="ko-KR" altLang="en-US" sz="1000" dirty="0">
                  <a:latin typeface="맑은 고딕"/>
                  <a:ea typeface="맑은 고딕"/>
                </a:rPr>
                <a:t>상태가 </a:t>
              </a:r>
              <a:r>
                <a:rPr lang="en-US" altLang="ko-KR" sz="1000" dirty="0">
                  <a:latin typeface="맑은 고딕"/>
                  <a:ea typeface="맑은 고딕"/>
                </a:rPr>
                <a:t>‘</a:t>
              </a:r>
              <a:r>
                <a:rPr lang="ko-KR" altLang="en-US" sz="1000" dirty="0">
                  <a:latin typeface="맑은 고딕"/>
                  <a:ea typeface="맑은 고딕"/>
                </a:rPr>
                <a:t>대기</a:t>
              </a:r>
              <a:r>
                <a:rPr lang="en-US" altLang="ko-KR" sz="1000" dirty="0">
                  <a:latin typeface="맑은 고딕"/>
                  <a:ea typeface="맑은 고딕"/>
                </a:rPr>
                <a:t>’</a:t>
              </a:r>
              <a:r>
                <a:rPr lang="ko-KR" altLang="en-US" sz="1000" dirty="0">
                  <a:latin typeface="맑은 고딕"/>
                  <a:ea typeface="맑은 고딕"/>
                </a:rPr>
                <a:t>가</a:t>
              </a:r>
              <a:r>
                <a:rPr lang="en-US" altLang="ko-KR" sz="1000" dirty="0">
                  <a:latin typeface="맑은 고딕"/>
                  <a:ea typeface="맑은 고딕"/>
                </a:rPr>
                <a:t> </a:t>
              </a:r>
              <a:r>
                <a:rPr lang="ko-KR" altLang="en-US" sz="1000" dirty="0">
                  <a:latin typeface="맑은 고딕"/>
                  <a:ea typeface="맑은 고딕"/>
                </a:rPr>
                <a:t>아닌 항목에 대한 메일을 발송한다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-&gt;</a:t>
              </a:r>
              <a:r>
                <a:rPr lang="ko-KR" altLang="en-US" sz="1000" dirty="0">
                  <a:latin typeface="맑은 고딕"/>
                  <a:ea typeface="맑은 고딕"/>
                </a:rPr>
                <a:t>상태가 업데이트 되는 항목에 대해 메일을 발송 </a:t>
              </a: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주요 기능</a:t>
              </a: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-&gt; </a:t>
              </a:r>
              <a:r>
                <a:rPr lang="ko-KR" altLang="en-US" sz="1000" dirty="0">
                  <a:latin typeface="맑은 고딕"/>
                  <a:ea typeface="맑은 고딕"/>
                </a:rPr>
                <a:t>항목 가져오기 </a:t>
              </a:r>
              <a:r>
                <a:rPr lang="en-US" altLang="ko-KR" sz="1000" dirty="0">
                  <a:latin typeface="맑은 고딕"/>
                  <a:ea typeface="맑은 고딕"/>
                </a:rPr>
                <a:t>: DB</a:t>
              </a:r>
              <a:r>
                <a:rPr lang="ko-KR" altLang="en-US" sz="1000" dirty="0">
                  <a:latin typeface="맑은 고딕"/>
                  <a:ea typeface="맑은 고딕"/>
                </a:rPr>
                <a:t>의 행 가져오기</a:t>
              </a: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-&gt; </a:t>
              </a:r>
              <a:r>
                <a:rPr lang="ko-KR" altLang="en-US" sz="1000" dirty="0">
                  <a:latin typeface="맑은 고딕"/>
                  <a:ea typeface="맑은 고딕"/>
                </a:rPr>
                <a:t>파일 컨텐츠 가져오기 </a:t>
              </a:r>
              <a:r>
                <a:rPr lang="en-US" altLang="ko-KR" sz="1000" dirty="0">
                  <a:latin typeface="맑은 고딕"/>
                  <a:ea typeface="맑은 고딕"/>
                </a:rPr>
                <a:t>: </a:t>
              </a:r>
              <a:r>
                <a:rPr lang="ko-KR" altLang="en-US" sz="1000" dirty="0">
                  <a:latin typeface="맑은 고딕"/>
                  <a:ea typeface="맑은 고딕"/>
                </a:rPr>
                <a:t>첨부파일을 파일 형태로 가져오기</a:t>
              </a:r>
              <a:endParaRPr lang="en-US" altLang="ko-KR" sz="1000" dirty="0">
                <a:latin typeface="맑은 고딕"/>
                <a:ea typeface="맑은 고딕"/>
              </a:endParaRP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LIVE_</a:t>
            </a:r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신청결과</a:t>
            </a:r>
            <a:r>
              <a:rPr lang="en-US" altLang="ko-KR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_</a:t>
            </a:r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안내메일</a:t>
            </a:r>
            <a:endParaRPr lang="ko-KR" altLang="en-US" sz="1300" b="1" dirty="0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B59FBE0-707E-A137-0E17-4C8020E39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576" y="1426295"/>
            <a:ext cx="3702178" cy="394467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15B40A6-66D7-05F5-A5D4-207DCF2C3B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203" y="3398634"/>
            <a:ext cx="2668092" cy="315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14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2. Power Automate Flow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종료 일주일 전 안내 메일 발송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정해진 시간</a:t>
              </a:r>
              <a:r>
                <a:rPr lang="en-US" altLang="ko-KR" sz="1000" dirty="0">
                  <a:latin typeface="맑은 고딕"/>
                  <a:ea typeface="맑은 고딕"/>
                </a:rPr>
                <a:t>(</a:t>
              </a:r>
              <a:r>
                <a:rPr lang="ko-KR" altLang="en-US" sz="1000" dirty="0">
                  <a:latin typeface="맑은 고딕"/>
                  <a:ea typeface="맑은 고딕"/>
                </a:rPr>
                <a:t>스케줄</a:t>
              </a:r>
              <a:r>
                <a:rPr lang="en-US" altLang="ko-KR" sz="1000" dirty="0">
                  <a:latin typeface="맑은 고딕"/>
                  <a:ea typeface="맑은 고딕"/>
                </a:rPr>
                <a:t>)</a:t>
              </a:r>
              <a:r>
                <a:rPr lang="ko-KR" altLang="en-US" sz="1000" dirty="0">
                  <a:latin typeface="맑은 고딕"/>
                  <a:ea typeface="맑은 고딕"/>
                </a:rPr>
                <a:t>에 실행되며</a:t>
              </a:r>
              <a:r>
                <a:rPr lang="en-US" altLang="ko-KR" sz="1000" dirty="0">
                  <a:latin typeface="맑은 고딕"/>
                  <a:ea typeface="맑은 고딕"/>
                </a:rPr>
                <a:t>, </a:t>
              </a:r>
              <a:r>
                <a:rPr lang="en-US" altLang="ko-KR" sz="1000" dirty="0" err="1">
                  <a:latin typeface="맑은 고딕"/>
                  <a:ea typeface="맑은 고딕"/>
                </a:rPr>
                <a:t>License_DB</a:t>
              </a:r>
              <a:r>
                <a:rPr lang="ko-KR" altLang="en-US" sz="1000" dirty="0">
                  <a:latin typeface="맑은 고딕"/>
                  <a:ea typeface="맑은 고딕"/>
                </a:rPr>
                <a:t>의 종료일 도래 </a:t>
              </a:r>
              <a:r>
                <a:rPr lang="en-US" altLang="ko-KR" sz="1000" dirty="0">
                  <a:latin typeface="맑은 고딕"/>
                  <a:ea typeface="맑은 고딕"/>
                </a:rPr>
                <a:t>7</a:t>
              </a:r>
              <a:r>
                <a:rPr lang="ko-KR" altLang="en-US" sz="1000" dirty="0">
                  <a:latin typeface="맑은 고딕"/>
                  <a:ea typeface="맑은 고딕"/>
                </a:rPr>
                <a:t>일전이면</a:t>
              </a:r>
              <a:r>
                <a:rPr lang="en-US" altLang="ko-KR" sz="1000" dirty="0">
                  <a:latin typeface="맑은 고딕"/>
                  <a:ea typeface="맑은 고딕"/>
                </a:rPr>
                <a:t>, </a:t>
              </a:r>
              <a:r>
                <a:rPr lang="ko-KR" altLang="en-US" sz="1000" dirty="0">
                  <a:latin typeface="맑은 고딕"/>
                  <a:ea typeface="맑은 고딕"/>
                </a:rPr>
                <a:t>메일 발송한다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주요 기능</a:t>
              </a: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-&gt; </a:t>
              </a:r>
              <a:r>
                <a:rPr lang="ko-KR" altLang="en-US" sz="1000" dirty="0">
                  <a:latin typeface="맑은 고딕"/>
                  <a:ea typeface="맑은 고딕"/>
                </a:rPr>
                <a:t>항목 가져오기 </a:t>
              </a:r>
              <a:r>
                <a:rPr lang="en-US" altLang="ko-KR" sz="1000" dirty="0">
                  <a:latin typeface="맑은 고딕"/>
                  <a:ea typeface="맑은 고딕"/>
                </a:rPr>
                <a:t>: DB</a:t>
              </a:r>
              <a:r>
                <a:rPr lang="ko-KR" altLang="en-US" sz="1000" dirty="0">
                  <a:latin typeface="맑은 고딕"/>
                  <a:ea typeface="맑은 고딕"/>
                </a:rPr>
                <a:t>의 행 가져오기</a:t>
              </a: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-&gt; </a:t>
              </a:r>
              <a:r>
                <a:rPr lang="ko-KR" altLang="en-US" sz="1000" dirty="0">
                  <a:latin typeface="맑은 고딕"/>
                  <a:ea typeface="맑은 고딕"/>
                </a:rPr>
                <a:t>파일 컨텐츠 가져오기 </a:t>
              </a:r>
              <a:r>
                <a:rPr lang="en-US" altLang="ko-KR" sz="1000" dirty="0">
                  <a:latin typeface="맑은 고딕"/>
                  <a:ea typeface="맑은 고딕"/>
                </a:rPr>
                <a:t>: </a:t>
              </a:r>
              <a:r>
                <a:rPr lang="ko-KR" altLang="en-US" sz="1000" dirty="0">
                  <a:latin typeface="맑은 고딕"/>
                  <a:ea typeface="맑은 고딕"/>
                </a:rPr>
                <a:t>첨부파일을 파일 형태로 가져오기</a:t>
              </a:r>
              <a:endParaRPr lang="en-US" altLang="ko-KR" sz="1000" dirty="0">
                <a:latin typeface="맑은 고딕"/>
                <a:ea typeface="맑은 고딕"/>
              </a:endParaRP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LIVE_</a:t>
            </a:r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종료일주일</a:t>
            </a:r>
            <a:r>
              <a:rPr lang="en-US" altLang="ko-KR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_</a:t>
            </a:r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안내메일</a:t>
            </a:r>
            <a:endParaRPr lang="ko-KR" altLang="en-US" sz="1300" b="1" dirty="0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D13821E-ADF9-0CF0-2DF2-B7B77D1B9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17" y="1424763"/>
            <a:ext cx="2829707" cy="324996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10FA517-1688-81A4-1184-BC5358FF9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5680" y="3735568"/>
            <a:ext cx="4030892" cy="2843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181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3. Power Automate Flow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사용 내역 안내 메일 발송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매달 신청자와 신청자의 상위자에게 사용내역 메일을 발송한다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LIVE_</a:t>
            </a:r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사용내역</a:t>
            </a:r>
            <a:r>
              <a:rPr lang="en-US" altLang="ko-KR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_</a:t>
            </a:r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안내메일</a:t>
            </a:r>
            <a:endParaRPr lang="ko-KR" altLang="en-US" sz="1300" b="1" dirty="0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165B403-2B2B-EAD5-F66D-EF303CB97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01" y="1385899"/>
            <a:ext cx="3256975" cy="281762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E34F13E-9D59-AF37-505A-19CA26CE73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0139" y="3820628"/>
            <a:ext cx="3736302" cy="272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139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4. Power Automate Flow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라이선스 만료 시 멤버 삭제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 err="1">
                  <a:latin typeface="맑은 고딕"/>
                  <a:ea typeface="맑은 고딕"/>
                </a:rPr>
                <a:t>License_DB</a:t>
              </a:r>
              <a:r>
                <a:rPr lang="ko-KR" altLang="en-US" sz="1000" dirty="0">
                  <a:latin typeface="맑은 고딕"/>
                  <a:ea typeface="맑은 고딕"/>
                </a:rPr>
                <a:t>에 종료일이 도래하면 해당 멤버를 </a:t>
              </a:r>
              <a:r>
                <a:rPr lang="en-US" altLang="ko-KR" sz="1000" dirty="0">
                  <a:latin typeface="맑은 고딕"/>
                  <a:ea typeface="맑은 고딕"/>
                </a:rPr>
                <a:t>Azure </a:t>
              </a:r>
              <a:r>
                <a:rPr lang="ko-KR" altLang="en-US" sz="1000" dirty="0">
                  <a:latin typeface="맑은 고딕"/>
                  <a:ea typeface="맑은 고딕"/>
                </a:rPr>
                <a:t>그룹에서 삭제한다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  <a:r>
                <a:rPr lang="ko-KR" altLang="en-US" sz="1000" dirty="0">
                  <a:latin typeface="맑은 고딕"/>
                  <a:ea typeface="맑은 고딕"/>
                </a:rPr>
                <a:t> </a:t>
              </a:r>
              <a:endParaRPr lang="en-US" altLang="ko-KR" sz="1000" dirty="0">
                <a:latin typeface="맑은 고딕"/>
                <a:ea typeface="맑은 고딕"/>
              </a:endParaRP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LIVE_</a:t>
            </a:r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라이선스만료</a:t>
            </a:r>
            <a:r>
              <a:rPr lang="en-US" altLang="ko-KR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_</a:t>
            </a:r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멤버삭제</a:t>
            </a:r>
            <a:endParaRPr lang="ko-KR" altLang="en-US" sz="1300" b="1" dirty="0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B3AA7B1-04D3-FC41-BAB3-C937FC515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57" y="1486823"/>
            <a:ext cx="2292537" cy="401193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71DED69-2949-C847-0117-96B7040EEB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6772" y="2353337"/>
            <a:ext cx="3970048" cy="2354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654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5. Power Automate Flow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게스트 사용자 구성원으로 변경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신청자</a:t>
              </a:r>
              <a:r>
                <a:rPr lang="en-US" altLang="ko-KR" sz="1000" dirty="0">
                  <a:latin typeface="맑은 고딕"/>
                  <a:ea typeface="맑은 고딕"/>
                </a:rPr>
                <a:t>(</a:t>
              </a:r>
              <a:r>
                <a:rPr lang="ko-KR" altLang="en-US" sz="1000" dirty="0">
                  <a:latin typeface="맑은 고딕"/>
                  <a:ea typeface="맑은 고딕"/>
                </a:rPr>
                <a:t>협력사</a:t>
              </a:r>
              <a:r>
                <a:rPr lang="en-US" altLang="ko-KR" sz="1000" dirty="0">
                  <a:latin typeface="맑은 고딕"/>
                  <a:ea typeface="맑은 고딕"/>
                </a:rPr>
                <a:t>)</a:t>
              </a:r>
              <a:r>
                <a:rPr lang="ko-KR" altLang="en-US" sz="1000" dirty="0">
                  <a:latin typeface="맑은 고딕"/>
                  <a:ea typeface="맑은 고딕"/>
                </a:rPr>
                <a:t>가 </a:t>
              </a:r>
              <a:r>
                <a:rPr lang="en-US" altLang="ko-KR" sz="1000" dirty="0">
                  <a:latin typeface="맑은 고딕"/>
                  <a:ea typeface="맑은 고딕"/>
                </a:rPr>
                <a:t>Azure Ad</a:t>
              </a:r>
              <a:r>
                <a:rPr lang="ko-KR" altLang="en-US" sz="1000" dirty="0">
                  <a:latin typeface="맑은 고딕"/>
                  <a:ea typeface="맑은 고딕"/>
                </a:rPr>
                <a:t>에 추가되면 협력사 대상의 사용자 유형이 게스트에서 구성원으로 바꿔준다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300" b="1" dirty="0" err="1">
                <a:solidFill>
                  <a:schemeClr val="tx1"/>
                </a:solidFill>
                <a:latin typeface="맑은 고딕"/>
                <a:ea typeface="맑은 고딕"/>
                <a:cs typeface="Arial" panose="020B0604020202020204" pitchFamily="34" charset="0"/>
              </a:rPr>
              <a:t>UserTypeUpdate</a:t>
            </a:r>
            <a:endParaRPr lang="ko-KR" altLang="en-US" sz="1300" b="1" dirty="0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2520555-8F24-EFDD-EACF-E8C43F2A1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179" y="1385899"/>
            <a:ext cx="4023206" cy="5135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794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6. Power Automate Flow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라이선스 개수 가져오기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Azure AD</a:t>
              </a:r>
              <a:r>
                <a:rPr lang="ko-KR" altLang="en-US" sz="1000" dirty="0">
                  <a:latin typeface="맑은 고딕"/>
                  <a:ea typeface="맑은 고딕"/>
                </a:rPr>
                <a:t>에 등록된 라이선스 정보</a:t>
              </a:r>
              <a:r>
                <a:rPr lang="en-US" altLang="ko-KR" sz="1000" dirty="0">
                  <a:latin typeface="맑은 고딕"/>
                  <a:ea typeface="맑은 고딕"/>
                </a:rPr>
                <a:t>(E3,F3)</a:t>
              </a:r>
              <a:r>
                <a:rPr lang="ko-KR" altLang="en-US" sz="1000" dirty="0">
                  <a:latin typeface="맑은 고딕"/>
                  <a:ea typeface="맑은 고딕"/>
                </a:rPr>
                <a:t>의 잔여 개수를 가져온다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F3_LicenseCount</a:t>
            </a:r>
            <a:endParaRPr lang="ko-KR" altLang="en-US" sz="1300" b="1" dirty="0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3633C7C-61A7-6A38-3B86-03A01BA84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84" y="1414251"/>
            <a:ext cx="2308028" cy="499236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D1F8A1F-57E6-CDE4-17FF-54E2B7403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8056" y="1590764"/>
            <a:ext cx="3615636" cy="463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565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7. Power Automate Flow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엑셀 다운로드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 err="1">
                  <a:latin typeface="맑은 고딕"/>
                  <a:ea typeface="맑은 고딕"/>
                </a:rPr>
                <a:t>LicenseDB</a:t>
              </a:r>
              <a:r>
                <a:rPr lang="ko-KR" altLang="en-US" sz="1000" dirty="0">
                  <a:latin typeface="맑은 고딕"/>
                  <a:ea typeface="맑은 고딕"/>
                </a:rPr>
                <a:t>의 데이터를 엑셀로 저장한다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300" b="1" dirty="0" err="1">
                <a:solidFill>
                  <a:schemeClr val="tx1"/>
                </a:solidFill>
                <a:latin typeface="맑은 고딕"/>
                <a:ea typeface="맑은 고딕"/>
                <a:cs typeface="Arial" panose="020B0604020202020204" pitchFamily="34" charset="0"/>
              </a:rPr>
              <a:t>ExportExcel</a:t>
            </a:r>
            <a:endParaRPr lang="ko-KR" altLang="en-US" sz="1300" b="1" dirty="0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E406989-CFC2-666D-D1A3-3A7D5B101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88" y="1443412"/>
            <a:ext cx="2911654" cy="364074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8BA3D77-FA31-6193-B3EE-7B7E28FBD0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062" y="5138851"/>
            <a:ext cx="6010533" cy="144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123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1. Power Apps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주요 코드 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: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 조회 및 신청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1. </a:t>
              </a:r>
              <a:r>
                <a:rPr lang="en-US" altLang="ko-KR" sz="1000" b="1" dirty="0" err="1">
                  <a:latin typeface="맑은 고딕"/>
                  <a:ea typeface="맑은 고딕"/>
                </a:rPr>
                <a:t>Input_Checkbox_License.oncheck</a:t>
              </a:r>
              <a:r>
                <a:rPr lang="en-US" altLang="ko-KR" sz="1000" b="1" dirty="0">
                  <a:latin typeface="맑은 고딕"/>
                  <a:ea typeface="맑은 고딕"/>
                </a:rPr>
                <a:t> 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조회 및 신청 페이지의 협력사 검색 후 체크박스를 선택하면 컬렉션에 해당 인원의 정보를 담는다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2. </a:t>
              </a:r>
              <a:r>
                <a:rPr lang="en-US" altLang="ko-KR" sz="1000" b="1" dirty="0" err="1">
                  <a:latin typeface="맑은 고딕"/>
                  <a:ea typeface="맑은 고딕"/>
                </a:rPr>
                <a:t>Input_Gallery_Search_License.Items</a:t>
              </a:r>
              <a:r>
                <a:rPr lang="en-US" altLang="ko-KR" sz="1000" b="1" dirty="0">
                  <a:latin typeface="맑은 고딕"/>
                  <a:ea typeface="맑은 고딕"/>
                </a:rPr>
                <a:t> 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사용자 정보를 검색하기</a:t>
              </a:r>
              <a:r>
                <a:rPr lang="en-US" altLang="ko-KR" sz="1000" dirty="0">
                  <a:latin typeface="맑은 고딕"/>
                  <a:ea typeface="맑은 고딕"/>
                </a:rPr>
                <a:t>(U,S,Z)</a:t>
              </a:r>
              <a:r>
                <a:rPr lang="ko-KR" altLang="en-US" sz="1000" dirty="0">
                  <a:latin typeface="맑은 고딕"/>
                  <a:ea typeface="맑은 고딕"/>
                </a:rPr>
                <a:t>의 </a:t>
              </a:r>
              <a:r>
                <a:rPr lang="ko-KR" altLang="en-US" sz="1000" dirty="0" err="1">
                  <a:latin typeface="맑은 고딕"/>
                  <a:ea typeface="맑은 고딕"/>
                </a:rPr>
                <a:t>직번만</a:t>
              </a:r>
              <a:r>
                <a:rPr lang="ko-KR" altLang="en-US" sz="1000" dirty="0">
                  <a:latin typeface="맑은 고딕"/>
                  <a:ea typeface="맑은 고딕"/>
                </a:rPr>
                <a:t> 가져온다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조회 및 신청</a:t>
            </a:r>
            <a:endParaRPr lang="ko-KR" altLang="en-US" sz="1300" b="1" dirty="0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93F760D-109B-6174-BA21-82DEC973C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975" y="3888485"/>
            <a:ext cx="5131574" cy="257518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FF34E3A-3B73-4806-E47E-4B390EABD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975" y="1455780"/>
            <a:ext cx="5810130" cy="233919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686B918-A3F4-E752-EFC8-BDA8216CCCB4}"/>
              </a:ext>
            </a:extLst>
          </p:cNvPr>
          <p:cNvSpPr/>
          <p:nvPr/>
        </p:nvSpPr>
        <p:spPr bwMode="auto">
          <a:xfrm>
            <a:off x="378731" y="1379373"/>
            <a:ext cx="5878374" cy="2432139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 dirty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620F199-2840-A098-0348-BC9B93A2EF01}"/>
              </a:ext>
            </a:extLst>
          </p:cNvPr>
          <p:cNvSpPr/>
          <p:nvPr/>
        </p:nvSpPr>
        <p:spPr bwMode="auto">
          <a:xfrm>
            <a:off x="170481" y="1372624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맑은 고딕" pitchFamily="50" charset="-127"/>
                <a:cs typeface="Arial" charset="0"/>
              </a:rPr>
              <a:t>1</a:t>
            </a:r>
            <a:endParaRPr kumimoji="1" lang="ko-KR" altLang="en-US" sz="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BEFAB29-550F-5F26-74ED-E33CAD80C419}"/>
              </a:ext>
            </a:extLst>
          </p:cNvPr>
          <p:cNvSpPr/>
          <p:nvPr/>
        </p:nvSpPr>
        <p:spPr bwMode="auto">
          <a:xfrm>
            <a:off x="398996" y="3870986"/>
            <a:ext cx="5179553" cy="2678670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 dirty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DE4A3C5-F2D7-217C-C8CA-4EECB75D0B11}"/>
              </a:ext>
            </a:extLst>
          </p:cNvPr>
          <p:cNvSpPr/>
          <p:nvPr/>
        </p:nvSpPr>
        <p:spPr bwMode="auto">
          <a:xfrm>
            <a:off x="187074" y="3870986"/>
            <a:ext cx="177800" cy="166312"/>
          </a:xfrm>
          <a:prstGeom prst="ellipse">
            <a:avLst/>
          </a:prstGeom>
          <a:noFill/>
          <a:ln w="12700">
            <a:solidFill>
              <a:srgbClr val="FF0000"/>
            </a:solidFill>
          </a:ln>
          <a:effectLst/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맑은 고딕" pitchFamily="50" charset="-127"/>
                <a:cs typeface="Arial" charset="0"/>
              </a:rPr>
              <a:t>2</a:t>
            </a:r>
            <a:endParaRPr kumimoji="1" lang="ko-KR" altLang="en-US" sz="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793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D0E5A0D9-892F-BF73-96E1-F245D3326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100" y="1548411"/>
            <a:ext cx="2712159" cy="2512274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1-2. Power Apps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주요 코드 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: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 조회 및 신청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b="1" dirty="0" err="1">
                  <a:latin typeface="맑은 고딕"/>
                  <a:ea typeface="맑은 고딕"/>
                </a:rPr>
                <a:t>Input_Button_Input.Onselect</a:t>
              </a:r>
              <a:endParaRPr lang="en-US" altLang="ko-KR" sz="1000" b="1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‘</a:t>
              </a:r>
              <a:r>
                <a:rPr lang="ko-KR" altLang="en-US" sz="1000" dirty="0">
                  <a:latin typeface="맑은 고딕"/>
                  <a:ea typeface="맑은 고딕"/>
                </a:rPr>
                <a:t>신청할 라이선스 목록</a:t>
              </a:r>
              <a:r>
                <a:rPr lang="en-US" altLang="ko-KR" sz="1000" dirty="0">
                  <a:latin typeface="맑은 고딕"/>
                  <a:ea typeface="맑은 고딕"/>
                </a:rPr>
                <a:t>’</a:t>
              </a:r>
              <a:r>
                <a:rPr lang="ko-KR" altLang="en-US" sz="1000" dirty="0">
                  <a:latin typeface="맑은 고딕"/>
                  <a:ea typeface="맑은 고딕"/>
                </a:rPr>
                <a:t>의 개수만큼 반복하여 </a:t>
              </a:r>
              <a:r>
                <a:rPr lang="en-US" altLang="ko-KR" sz="1000" dirty="0" err="1">
                  <a:latin typeface="맑은 고딕"/>
                  <a:ea typeface="맑은 고딕"/>
                </a:rPr>
                <a:t>License_DB</a:t>
              </a:r>
              <a:r>
                <a:rPr lang="ko-KR" altLang="en-US" sz="1000" dirty="0">
                  <a:latin typeface="맑은 고딕"/>
                  <a:ea typeface="맑은 고딕"/>
                </a:rPr>
                <a:t>에 데이터 저장</a:t>
              </a:r>
              <a:endParaRPr lang="en-US" altLang="ko-KR" sz="1000" dirty="0">
                <a:latin typeface="맑은 고딕"/>
                <a:ea typeface="맑은 고딕"/>
              </a:endParaRP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조회 및 신청 페이지 </a:t>
            </a:r>
            <a:r>
              <a:rPr lang="en-US" altLang="ko-KR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-&gt; </a:t>
            </a:r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신청 버튼</a:t>
            </a:r>
            <a:endParaRPr lang="ko-KR" altLang="en-US" sz="1300" b="1" dirty="0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C83FFA7-5FA3-ECE4-DAFA-7552C9692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569" y="2509283"/>
            <a:ext cx="4982220" cy="3934048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87D468F-692B-C14C-1FDD-72776127020B}"/>
              </a:ext>
            </a:extLst>
          </p:cNvPr>
          <p:cNvSpPr/>
          <p:nvPr/>
        </p:nvSpPr>
        <p:spPr bwMode="auto">
          <a:xfrm>
            <a:off x="3374065" y="1519079"/>
            <a:ext cx="434039" cy="241774"/>
          </a:xfrm>
          <a:prstGeom prst="rect">
            <a:avLst/>
          </a:prstGeom>
          <a:noFill/>
          <a:ln w="25400">
            <a:solidFill>
              <a:srgbClr val="FF0000"/>
            </a:solidFill>
          </a:ln>
          <a:effectLst/>
          <a:extLs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oval" w="med" len="med"/>
                <a:tailEnd type="oval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 dirty="0">
              <a:ln>
                <a:noFill/>
              </a:ln>
              <a:effectLst/>
              <a:latin typeface="Arial" charset="0"/>
              <a:ea typeface="맑은 고딕" pitchFamily="50" charset="-12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020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2-1. Power Apps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주요 코드 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: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 부서별 신청 현황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‘</a:t>
              </a:r>
              <a:r>
                <a:rPr lang="ko-KR" altLang="en-US" sz="1000" dirty="0">
                  <a:latin typeface="맑은 고딕"/>
                  <a:ea typeface="맑은 고딕"/>
                </a:rPr>
                <a:t>부서별 신청 현황</a:t>
              </a:r>
              <a:r>
                <a:rPr lang="en-US" altLang="ko-KR" sz="1000" dirty="0">
                  <a:latin typeface="맑은 고딕"/>
                  <a:ea typeface="맑은 고딕"/>
                </a:rPr>
                <a:t>’ </a:t>
              </a:r>
              <a:r>
                <a:rPr lang="ko-KR" altLang="en-US" sz="1000" dirty="0">
                  <a:latin typeface="맑은 고딕"/>
                  <a:ea typeface="맑은 고딕"/>
                </a:rPr>
                <a:t>페이지에 접근하면 </a:t>
              </a:r>
              <a:r>
                <a:rPr lang="en-US" altLang="ko-KR" sz="1000" dirty="0" err="1">
                  <a:latin typeface="맑은 고딕"/>
                  <a:ea typeface="맑은 고딕"/>
                </a:rPr>
                <a:t>License_DB</a:t>
              </a:r>
              <a:r>
                <a:rPr lang="ko-KR" altLang="en-US" sz="1000" dirty="0">
                  <a:latin typeface="맑은 고딕"/>
                  <a:ea typeface="맑은 고딕"/>
                </a:rPr>
                <a:t>의 사용자의 부서와 일치하는 값들을 가져온다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부서별 신청 현황</a:t>
            </a:r>
            <a:r>
              <a:rPr lang="en-US" altLang="ko-KR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-&gt;</a:t>
            </a:r>
            <a:r>
              <a:rPr lang="en-US" altLang="ko-KR" sz="1300" b="1" dirty="0" err="1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Onvisible</a:t>
            </a:r>
            <a:endParaRPr lang="ko-KR" altLang="en-US" sz="1300" b="1" dirty="0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0A88A9D-B850-F0DE-BD5D-4696531AB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32" y="1610592"/>
            <a:ext cx="6017616" cy="392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781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2-2. Power Apps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주요 코드 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: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 부서별 신청 현황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b="1" dirty="0" err="1">
                  <a:latin typeface="맑은 고딕"/>
                  <a:ea typeface="맑은 고딕"/>
                </a:rPr>
                <a:t>Gallery_Team_Search.items</a:t>
              </a:r>
              <a:endParaRPr lang="en-US" altLang="ko-KR" sz="1000" b="1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컬렉션에 담은 데이터를 </a:t>
              </a:r>
              <a:r>
                <a:rPr lang="ko-KR" altLang="en-US" sz="1000" dirty="0" err="1">
                  <a:latin typeface="맑은 고딕"/>
                  <a:ea typeface="맑은 고딕"/>
                </a:rPr>
                <a:t>드롭다운으로</a:t>
              </a:r>
              <a:r>
                <a:rPr lang="ko-KR" altLang="en-US" sz="1000" dirty="0">
                  <a:latin typeface="맑은 고딕"/>
                  <a:ea typeface="맑은 고딕"/>
                </a:rPr>
                <a:t> 상태 검색을 할 수 있도록 지정</a:t>
              </a:r>
              <a:endParaRPr lang="en-US" altLang="ko-KR" sz="1000" dirty="0">
                <a:latin typeface="맑은 고딕"/>
                <a:ea typeface="맑은 고딕"/>
              </a:endParaRP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부서별 신청 현황 </a:t>
            </a:r>
            <a:r>
              <a:rPr lang="en-US" altLang="ko-KR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-&gt; </a:t>
            </a:r>
            <a:r>
              <a:rPr lang="en-US" altLang="ko-KR" sz="1300" b="1" dirty="0" err="1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Gallery_Team_Search</a:t>
            </a:r>
            <a:endParaRPr lang="ko-KR" altLang="en-US" sz="1300" b="1" dirty="0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11BCEF8-4FCC-0D56-F5F3-A67123BC7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965" y="2835348"/>
            <a:ext cx="6171753" cy="105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141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3-1. Power Apps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주요 코드 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: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 개인 조회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 err="1">
                  <a:latin typeface="맑은 고딕"/>
                  <a:ea typeface="맑은 고딕"/>
                </a:rPr>
                <a:t>License_DB</a:t>
              </a:r>
              <a:r>
                <a:rPr lang="ko-KR" altLang="en-US" sz="1000" dirty="0">
                  <a:latin typeface="맑은 고딕"/>
                  <a:ea typeface="맑은 고딕"/>
                </a:rPr>
                <a:t>에서 사용자의 </a:t>
              </a:r>
              <a:r>
                <a:rPr lang="en-US" altLang="ko-KR" sz="1000" dirty="0">
                  <a:latin typeface="맑은 고딕"/>
                  <a:ea typeface="맑은 고딕"/>
                </a:rPr>
                <a:t>Email</a:t>
              </a:r>
              <a:r>
                <a:rPr lang="ko-KR" altLang="en-US" sz="1000" dirty="0">
                  <a:latin typeface="맑은 고딕"/>
                  <a:ea typeface="맑은 고딕"/>
                </a:rPr>
                <a:t>값과 일치하는 값을 가져온다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E3 </a:t>
              </a:r>
              <a:r>
                <a:rPr lang="ko-KR" altLang="en-US" sz="1000" dirty="0">
                  <a:latin typeface="맑은 고딕"/>
                  <a:ea typeface="맑은 고딕"/>
                </a:rPr>
                <a:t>상태 체크를 한 값을 가져온다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E3 </a:t>
              </a:r>
              <a:r>
                <a:rPr lang="ko-KR" altLang="en-US" sz="1000" dirty="0">
                  <a:latin typeface="맑은 고딕"/>
                  <a:ea typeface="맑은 고딕"/>
                </a:rPr>
                <a:t>사용 상태가 불가능이면 </a:t>
              </a:r>
              <a:r>
                <a:rPr lang="en-US" altLang="ko-KR" sz="1000" dirty="0">
                  <a:latin typeface="맑은 고딕"/>
                  <a:ea typeface="맑은 고딕"/>
                </a:rPr>
                <a:t>F3</a:t>
              </a:r>
              <a:r>
                <a:rPr lang="ko-KR" altLang="en-US" sz="1000" dirty="0">
                  <a:latin typeface="맑은 고딕"/>
                  <a:ea typeface="맑은 고딕"/>
                </a:rPr>
                <a:t>로 자동으로 변경한다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개인 조회</a:t>
            </a:r>
            <a:r>
              <a:rPr lang="en-US" altLang="ko-KR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-&gt;</a:t>
            </a:r>
            <a:r>
              <a:rPr lang="en-US" altLang="ko-KR" sz="1300" b="1" dirty="0" err="1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onvisible</a:t>
            </a:r>
            <a:endParaRPr lang="ko-KR" altLang="en-US" sz="1300" b="1" dirty="0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A1BF47C-A1AD-503C-33E1-A337F0720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77" y="1474380"/>
            <a:ext cx="5901795" cy="505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833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3-2. Power Apps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주요 코드 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: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 개인 조회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‘</a:t>
              </a:r>
              <a:r>
                <a:rPr lang="ko-KR" altLang="en-US" sz="1000" dirty="0">
                  <a:latin typeface="맑은 고딕"/>
                  <a:ea typeface="맑은 고딕"/>
                </a:rPr>
                <a:t>라이선스 목록</a:t>
              </a:r>
              <a:r>
                <a:rPr lang="en-US" altLang="ko-KR" sz="1000" dirty="0">
                  <a:latin typeface="맑은 고딕"/>
                  <a:ea typeface="맑은 고딕"/>
                </a:rPr>
                <a:t>’</a:t>
              </a:r>
              <a:r>
                <a:rPr lang="ko-KR" altLang="en-US" sz="1000" dirty="0">
                  <a:latin typeface="맑은 고딕"/>
                  <a:ea typeface="맑은 고딕"/>
                </a:rPr>
                <a:t>에서 선택한 인원이 팝업창에 나타나고</a:t>
              </a:r>
              <a:r>
                <a:rPr lang="en-US" altLang="ko-KR" sz="1000" dirty="0">
                  <a:latin typeface="맑은 고딕"/>
                  <a:ea typeface="맑은 고딕"/>
                </a:rPr>
                <a:t>, </a:t>
              </a:r>
              <a:r>
                <a:rPr lang="ko-KR" altLang="en-US" sz="1000" dirty="0">
                  <a:latin typeface="맑은 고딕"/>
                  <a:ea typeface="맑은 고딕"/>
                </a:rPr>
                <a:t>해당 데이터의 </a:t>
              </a:r>
              <a:r>
                <a:rPr lang="en-US" altLang="ko-KR" sz="1000" dirty="0">
                  <a:latin typeface="맑은 고딕"/>
                  <a:ea typeface="맑은 고딕"/>
                </a:rPr>
                <a:t>‘</a:t>
              </a:r>
              <a:r>
                <a:rPr lang="ko-KR" altLang="en-US" sz="1000" dirty="0">
                  <a:latin typeface="맑은 고딕"/>
                  <a:ea typeface="맑은 고딕"/>
                </a:rPr>
                <a:t>상태</a:t>
              </a:r>
              <a:r>
                <a:rPr lang="en-US" altLang="ko-KR" sz="1000" dirty="0">
                  <a:latin typeface="맑은 고딕"/>
                  <a:ea typeface="맑은 고딕"/>
                </a:rPr>
                <a:t>’</a:t>
              </a:r>
              <a:r>
                <a:rPr lang="ko-KR" altLang="en-US" sz="1000" dirty="0">
                  <a:latin typeface="맑은 고딕"/>
                  <a:ea typeface="맑은 고딕"/>
                </a:rPr>
                <a:t>가 승인일 경우 중지로 변경할 수 있다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en-US" altLang="ko-KR" sz="1000" dirty="0">
                  <a:latin typeface="맑은 고딕"/>
                  <a:ea typeface="맑은 고딕"/>
                </a:rPr>
                <a:t>-&gt; </a:t>
              </a:r>
              <a:r>
                <a:rPr lang="ko-KR" altLang="en-US" sz="1000" dirty="0">
                  <a:latin typeface="맑은 고딕"/>
                  <a:ea typeface="맑은 고딕"/>
                </a:rPr>
                <a:t>상태를 중지로 변경하면 해당 데이터는 다시 승인으로 변경할 수 없고</a:t>
              </a:r>
              <a:r>
                <a:rPr lang="en-US" altLang="ko-KR" sz="1000" dirty="0">
                  <a:latin typeface="맑은 고딕"/>
                  <a:ea typeface="맑은 고딕"/>
                </a:rPr>
                <a:t>, </a:t>
              </a:r>
              <a:r>
                <a:rPr lang="ko-KR" altLang="en-US" sz="1000" dirty="0">
                  <a:latin typeface="맑은 고딕"/>
                  <a:ea typeface="맑은 고딕"/>
                </a:rPr>
                <a:t>라이선스가 회수된다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개인 조회</a:t>
            </a:r>
            <a:r>
              <a:rPr lang="en-US" altLang="ko-KR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-&gt;</a:t>
            </a:r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수정 버튼</a:t>
            </a:r>
            <a:r>
              <a:rPr lang="en-US" altLang="ko-KR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-&gt;</a:t>
            </a:r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수정 팝업</a:t>
            </a:r>
            <a:endParaRPr lang="ko-KR" altLang="en-US" sz="1300" b="1" dirty="0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3DA4E1F-05EC-F1A2-51B2-52C030919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90" y="2197400"/>
            <a:ext cx="6155157" cy="348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026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3-3. Power Apps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주요 코드 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: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 개인 조회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팝업창에 있는 행의 개수만큼 반복하여 </a:t>
              </a:r>
              <a:r>
                <a:rPr lang="en-US" altLang="ko-KR" sz="1000" dirty="0" err="1">
                  <a:latin typeface="맑은 고딕"/>
                  <a:ea typeface="맑은 고딕"/>
                </a:rPr>
                <a:t>License_DB</a:t>
              </a:r>
              <a:r>
                <a:rPr lang="ko-KR" altLang="en-US" sz="1000" dirty="0">
                  <a:latin typeface="맑은 고딕"/>
                  <a:ea typeface="맑은 고딕"/>
                </a:rPr>
                <a:t>에 값을 업데이트한다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상태를 중지로 변경할 경우 </a:t>
              </a:r>
              <a:r>
                <a:rPr lang="en-US" altLang="ko-KR" sz="1000" dirty="0">
                  <a:latin typeface="맑은 고딕"/>
                  <a:ea typeface="맑은 고딕"/>
                </a:rPr>
                <a:t>Azure AD</a:t>
              </a:r>
              <a:r>
                <a:rPr lang="ko-KR" altLang="en-US" sz="1000" dirty="0">
                  <a:latin typeface="맑은 고딕"/>
                  <a:ea typeface="맑은 고딕"/>
                </a:rPr>
                <a:t>에 </a:t>
              </a:r>
              <a:r>
                <a:rPr lang="ko-KR" altLang="en-US" sz="1000" dirty="0" err="1">
                  <a:latin typeface="맑은 고딕"/>
                  <a:ea typeface="맑은 고딕"/>
                </a:rPr>
                <a:t>삭제시켜</a:t>
              </a:r>
              <a:r>
                <a:rPr lang="ko-KR" altLang="en-US" sz="1000" dirty="0">
                  <a:latin typeface="맑은 고딕"/>
                  <a:ea typeface="맑은 고딕"/>
                </a:rPr>
                <a:t> 라이선스를 회수한다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개인 조회</a:t>
            </a:r>
            <a:r>
              <a:rPr lang="en-US" altLang="ko-KR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-&gt;</a:t>
            </a:r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수정 버튼</a:t>
            </a:r>
            <a:r>
              <a:rPr lang="en-US" altLang="ko-KR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-&gt;</a:t>
            </a:r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수정 팝업</a:t>
            </a:r>
            <a:r>
              <a:rPr lang="en-US" altLang="ko-KR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-</a:t>
            </a:r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수정버튼</a:t>
            </a:r>
            <a:endParaRPr lang="ko-KR" altLang="en-US" sz="1300" b="1" dirty="0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A7B8C3F-E268-2D6C-51CD-07E7F663B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66" y="1497767"/>
            <a:ext cx="5160335" cy="230562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F9A241E-C956-9D6B-CF17-E9671B8077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66" y="3803395"/>
            <a:ext cx="5408428" cy="278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5202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4-1. Power Apps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주요 코드 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: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 신청 현황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협력사 및 직번으로 검색 및 상태로 검색한다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신청 현황</a:t>
            </a:r>
            <a:endParaRPr lang="ko-KR" altLang="en-US" sz="1300" b="1" dirty="0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5B592D4-77E8-87BD-AA0F-48F4F23F1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375" y="1483001"/>
            <a:ext cx="6272930" cy="349505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C78369D-5F5F-17D0-4889-ED0C0A7C3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56" y="4777563"/>
            <a:ext cx="7998867" cy="158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6821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A75A1B64-ACBF-AC34-D562-8F7153D32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67" y="4366437"/>
            <a:ext cx="4651587" cy="2236521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4-2. Power Apps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주요 코드 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: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 신청 현황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상태를 업데이트 시 컬렉션의 개수만큼 반복하여 상태를 업데이트한다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승인 시 </a:t>
              </a:r>
              <a:r>
                <a:rPr lang="en-US" altLang="ko-KR" sz="1000" dirty="0">
                  <a:latin typeface="맑은 고딕"/>
                  <a:ea typeface="맑은 고딕"/>
                </a:rPr>
                <a:t>Azure </a:t>
              </a:r>
              <a:r>
                <a:rPr lang="ko-KR" altLang="en-US" sz="1000" dirty="0">
                  <a:latin typeface="맑은 고딕"/>
                  <a:ea typeface="맑은 고딕"/>
                </a:rPr>
                <a:t>그룹에 추가</a:t>
              </a:r>
              <a:endParaRPr lang="en-US" altLang="ko-KR" sz="1000" dirty="0">
                <a:latin typeface="맑은 고딕"/>
                <a:ea typeface="맑은 고딕"/>
              </a:endParaRP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신청 현황</a:t>
            </a:r>
            <a:endParaRPr lang="ko-KR" altLang="en-US" sz="1300" b="1" dirty="0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9C9CA0E-E03E-384C-061B-2146067D5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65" y="1693434"/>
            <a:ext cx="2038635" cy="217200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E3C5B22-FF26-D31A-2244-10F85FB45F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7172" y="1447560"/>
            <a:ext cx="3271655" cy="315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8123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5. Power Apps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주요 코드 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: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 메일 수정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ko-KR" altLang="en-US" sz="1000" dirty="0" err="1">
                  <a:latin typeface="맑은 고딕"/>
                  <a:ea typeface="맑은 고딕"/>
                </a:rPr>
                <a:t>드롭다운으로</a:t>
              </a:r>
              <a:r>
                <a:rPr lang="ko-KR" altLang="en-US" sz="1000" dirty="0">
                  <a:latin typeface="맑은 고딕"/>
                  <a:ea typeface="맑은 고딕"/>
                </a:rPr>
                <a:t> 선택한 값에 수정한 메일 양식을 업데이트한다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업데이트 시 기존의 값을 지우고 새로운 값을 작성한다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메일 수정 버튼</a:t>
            </a:r>
            <a:endParaRPr lang="ko-KR" altLang="en-US" sz="1300" b="1" dirty="0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3538EA6-039C-5A01-B45F-80D68E010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57" y="1438939"/>
            <a:ext cx="6166765" cy="348433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E342918-6213-80F8-862E-9319B39A75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56" y="3053251"/>
            <a:ext cx="3273549" cy="332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9437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6. Power Apps 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주요 코드 </a:t>
            </a:r>
            <a:r>
              <a:rPr lang="en-US" altLang="ko-KR" dirty="0">
                <a:solidFill>
                  <a:schemeClr val="tx1"/>
                </a:solidFill>
                <a:latin typeface="맑은 고딕"/>
                <a:ea typeface="맑은 고딕"/>
              </a:rPr>
              <a:t>:</a:t>
            </a:r>
            <a:r>
              <a:rPr lang="ko-KR" altLang="en-US" dirty="0">
                <a:solidFill>
                  <a:schemeClr val="tx1"/>
                </a:solidFill>
                <a:latin typeface="맑은 고딕"/>
                <a:ea typeface="맑은 고딕"/>
              </a:rPr>
              <a:t> 관리자 설정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56">
            <a:extLst>
              <a:ext uri="{FF2B5EF4-FFF2-40B4-BE49-F238E27FC236}">
                <a16:creationId xmlns:a16="http://schemas.microsoft.com/office/drawing/2014/main" id="{88C00BE4-D174-4339-A5C4-588E02A220DB}"/>
              </a:ext>
            </a:extLst>
          </p:cNvPr>
          <p:cNvSpPr/>
          <p:nvPr/>
        </p:nvSpPr>
        <p:spPr>
          <a:xfrm>
            <a:off x="344488" y="1379772"/>
            <a:ext cx="6336704" cy="5226511"/>
          </a:xfrm>
          <a:prstGeom prst="rect">
            <a:avLst/>
          </a:prstGeom>
          <a:noFill/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50EDCF3-6629-483B-A8C4-13E27362C503}"/>
              </a:ext>
            </a:extLst>
          </p:cNvPr>
          <p:cNvGrpSpPr/>
          <p:nvPr/>
        </p:nvGrpSpPr>
        <p:grpSpPr>
          <a:xfrm>
            <a:off x="6927236" y="790337"/>
            <a:ext cx="2736304" cy="5812621"/>
            <a:chOff x="6825208" y="678976"/>
            <a:chExt cx="2736304" cy="2945068"/>
          </a:xfrm>
        </p:grpSpPr>
        <p:sp>
          <p:nvSpPr>
            <p:cNvPr id="31" name="직사각형 56">
              <a:extLst>
                <a:ext uri="{FF2B5EF4-FFF2-40B4-BE49-F238E27FC236}">
                  <a16:creationId xmlns:a16="http://schemas.microsoft.com/office/drawing/2014/main" id="{5B9CB65E-64C0-448E-B1A7-BF9E443511CA}"/>
                </a:ext>
              </a:extLst>
            </p:cNvPr>
            <p:cNvSpPr/>
            <p:nvPr/>
          </p:nvSpPr>
          <p:spPr>
            <a:xfrm>
              <a:off x="6825208" y="980729"/>
              <a:ext cx="2736304" cy="2643315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rtlCol="0" anchor="ctr" anchorCtr="0"/>
            <a:lstStyle/>
            <a:p>
              <a:pPr defTabSz="914400">
                <a:lnSpc>
                  <a:spcPct val="150000"/>
                </a:lnSpc>
                <a:spcBef>
                  <a:spcPts val="70"/>
                </a:spcBef>
                <a:defRPr/>
              </a:pPr>
              <a:endParaRPr lang="en-US" altLang="ko-KR" sz="1000" dirty="0">
                <a:latin typeface="맑은 고딕"/>
                <a:ea typeface="맑은 고딕"/>
              </a:endParaRPr>
            </a:p>
            <a:p>
              <a:pPr marL="171450" indent="-171450" defTabSz="914400">
                <a:lnSpc>
                  <a:spcPct val="150000"/>
                </a:lnSpc>
                <a:spcBef>
                  <a:spcPts val="70"/>
                </a:spcBef>
                <a:buFont typeface="Wingdings,Sans-Serif"/>
                <a:buChar char="§"/>
                <a:defRPr/>
              </a:pPr>
              <a:r>
                <a:rPr lang="ko-KR" altLang="en-US" sz="1000" dirty="0">
                  <a:latin typeface="맑은 고딕"/>
                  <a:ea typeface="맑은 고딕"/>
                </a:rPr>
                <a:t>관리자로 등록한 인원을 선택하여 추가한다</a:t>
              </a:r>
              <a:r>
                <a:rPr lang="en-US" altLang="ko-KR" sz="1000" dirty="0">
                  <a:latin typeface="맑은 고딕"/>
                  <a:ea typeface="맑은 고딕"/>
                </a:rPr>
                <a:t>.</a:t>
              </a:r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9C7820AF-AF32-4300-BFBB-D86D537C1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5208" y="678976"/>
              <a:ext cx="2736304" cy="3017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ko-KR" altLang="en-US" sz="1300" b="1">
                  <a:solidFill>
                    <a:schemeClr val="tx1"/>
                  </a:solidFill>
                  <a:latin typeface="+mn-ea"/>
                  <a:cs typeface="Arial" panose="020B0604020202020204" pitchFamily="34" charset="0"/>
                </a:rPr>
                <a:t>설명</a:t>
              </a:r>
              <a:endParaRPr lang="en-GB" altLang="ko-KR" sz="1300" b="1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33" name="Rectangle 2">
            <a:extLst>
              <a:ext uri="{FF2B5EF4-FFF2-40B4-BE49-F238E27FC236}">
                <a16:creationId xmlns:a16="http://schemas.microsoft.com/office/drawing/2014/main" id="{35FF9204-BF83-43DE-A3B6-846D009F8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817778"/>
            <a:ext cx="6336704" cy="56159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관리자 설정 </a:t>
            </a:r>
            <a:r>
              <a:rPr lang="en-US" altLang="ko-KR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-&gt;</a:t>
            </a:r>
            <a:r>
              <a:rPr lang="ko-KR" altLang="en-US" sz="1300" b="1" dirty="0">
                <a:solidFill>
                  <a:schemeClr val="tx1"/>
                </a:solidFill>
                <a:latin typeface="맑은 고딕"/>
                <a:ea typeface="맑은 고딕"/>
                <a:cs typeface="Arial"/>
              </a:rPr>
              <a:t> 추가 버튼</a:t>
            </a:r>
            <a:endParaRPr lang="ko-KR" altLang="en-US" sz="1300" b="1" dirty="0">
              <a:solidFill>
                <a:schemeClr val="tx1"/>
              </a:solidFill>
              <a:latin typeface="맑은 고딕"/>
              <a:ea typeface="맑은 고딕"/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074239C-3EF1-B9BC-6162-40A7BCE58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00" y="1435515"/>
            <a:ext cx="6230679" cy="353723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751EAC7-B2EE-9890-9917-5CDD8D7F33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500" y="5028805"/>
            <a:ext cx="5866357" cy="89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989671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1_Office 테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00"/>
        </a:solidFill>
        <a:ln>
          <a:noFill/>
        </a:ln>
        <a:effectLst/>
        <a:extLst>
          <a:ext uri="{91240B29-F687-4f45-9708-019B960494DF}">
            <a14:hiddenLine xmlns=""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oval" w="med" len="med"/>
              <a:tailEnd type="oval" w="med" len="med"/>
            </a14:hiddenLine>
          </a:ex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200" b="0" i="0" u="none" strike="noStrike" cap="none" normalizeH="0" baseline="0" smtClean="0">
            <a:ln>
              <a:noFill/>
            </a:ln>
            <a:effectLst/>
            <a:latin typeface="Arial" charset="0"/>
            <a:ea typeface="맑은 고딕" pitchFamily="50" charset="-127"/>
            <a:cs typeface="Arial" charset="0"/>
          </a:defRPr>
        </a:defPPr>
      </a:lstStyle>
    </a:spDef>
    <a:lnDef>
      <a:spPr bwMode="auto">
        <a:solidFill>
          <a:srgbClr val="D8D8DA"/>
        </a:solidFill>
        <a:ln w="6350">
          <a:solidFill>
            <a:schemeClr val="tx1"/>
          </a:solidFill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1_Office 테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맑은 고딕"/>
        <a:ea typeface="맑은 고딕"/>
        <a:cs typeface="맑은 고딕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3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3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80409FB05310CA498D63EF8E789716EF" ma:contentTypeVersion="11" ma:contentTypeDescription="새 문서를 만듭니다." ma:contentTypeScope="" ma:versionID="c7ffaa198540b0af42324d566fa58480">
  <xsd:schema xmlns:xsd="http://www.w3.org/2001/XMLSchema" xmlns:xs="http://www.w3.org/2001/XMLSchema" xmlns:p="http://schemas.microsoft.com/office/2006/metadata/properties" xmlns:ns2="c07cada4-5f9c-4780-a110-430c96f3c1a7" xmlns:ns3="b6c982b3-6b43-48aa-a2df-012dd47bec39" targetNamespace="http://schemas.microsoft.com/office/2006/metadata/properties" ma:root="true" ma:fieldsID="c7f012b5de1c2416c6689f64f7f39e88" ns2:_="" ns3:_="">
    <xsd:import namespace="c07cada4-5f9c-4780-a110-430c96f3c1a7"/>
    <xsd:import namespace="b6c982b3-6b43-48aa-a2df-012dd47bec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7cada4-5f9c-4780-a110-430c96f3c1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e3b00611-f1c6-4fd4-9393-b2b4fb5ba6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c982b3-6b43-48aa-a2df-012dd47bec3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7c1c57a9-4185-4f8d-9b18-9374433c6717}" ma:internalName="TaxCatchAll" ma:showField="CatchAllData" ma:web="b6c982b3-6b43-48aa-a2df-012dd47bec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b6c982b3-6b43-48aa-a2df-012dd47bec39">
      <UserInfo>
        <DisplayName>배태영</DisplayName>
        <AccountId>19</AccountId>
        <AccountType/>
      </UserInfo>
    </SharedWithUsers>
    <lcf76f155ced4ddcb4097134ff3c332f xmlns="c07cada4-5f9c-4780-a110-430c96f3c1a7">
      <Terms xmlns="http://schemas.microsoft.com/office/infopath/2007/PartnerControls"/>
    </lcf76f155ced4ddcb4097134ff3c332f>
    <TaxCatchAll xmlns="b6c982b3-6b43-48aa-a2df-012dd47bec39" xsi:nil="true"/>
  </documentManagement>
</p:properties>
</file>

<file path=customXml/itemProps1.xml><?xml version="1.0" encoding="utf-8"?>
<ds:datastoreItem xmlns:ds="http://schemas.openxmlformats.org/officeDocument/2006/customXml" ds:itemID="{222202AA-17C4-4E7B-8DA5-47FC270625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C8E72C-3F0A-4348-A097-C3EE34E960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7cada4-5f9c-4780-a110-430c96f3c1a7"/>
    <ds:schemaRef ds:uri="b6c982b3-6b43-48aa-a2df-012dd47bec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C0B1393-AA95-4CA4-98E2-B3C9308B6AAE}">
  <ds:schemaRefs>
    <ds:schemaRef ds:uri="http://schemas.microsoft.com/office/2006/metadata/properties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b6c982b3-6b43-48aa-a2df-012dd47bec39"/>
    <ds:schemaRef ds:uri="c07cada4-5f9c-4780-a110-430c96f3c1a7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933</TotalTime>
  <Words>897</Words>
  <Application>Microsoft Office PowerPoint</Application>
  <PresentationFormat>A4 용지(210x297mm)</PresentationFormat>
  <Paragraphs>155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1" baseType="lpstr">
      <vt:lpstr>Wingdings,Sans-Serif</vt:lpstr>
      <vt:lpstr>맑은 고딕</vt:lpstr>
      <vt:lpstr>맑은 고딕</vt:lpstr>
      <vt:lpstr>Arial</vt:lpstr>
      <vt:lpstr>Calibri</vt:lpstr>
      <vt:lpstr>Calibri Light</vt:lpstr>
      <vt:lpstr>Wingdings</vt:lpstr>
      <vt:lpstr>2_Office 테마</vt:lpstr>
      <vt:lpstr>PowerPoint 프레젠테이션</vt:lpstr>
      <vt:lpstr>1. 참고사항 : 연결 데이터</vt:lpstr>
      <vt:lpstr>2. 참고사항 : 버전 복원</vt:lpstr>
      <vt:lpstr>3. 참고사항 : Apps 게시</vt:lpstr>
      <vt:lpstr>1. 시스템 운영 정보 : 접속 경로</vt:lpstr>
      <vt:lpstr>1. Power Automate Flow : 신청결과 안내 메일 발송</vt:lpstr>
      <vt:lpstr>2. Power Automate Flow : 종료 일주일 전 안내 메일 발송</vt:lpstr>
      <vt:lpstr>3. Power Automate Flow : 사용 내역 안내 메일 발송</vt:lpstr>
      <vt:lpstr>4. Power Automate Flow : 라이선스 만료 시 멤버 삭제</vt:lpstr>
      <vt:lpstr>5. Power Automate Flow : 게스트 사용자 구성원으로 변경</vt:lpstr>
      <vt:lpstr>6. Power Automate Flow : 라이선스 개수 가져오기</vt:lpstr>
      <vt:lpstr>7. Power Automate Flow : 엑셀 다운로드</vt:lpstr>
      <vt:lpstr>1. Power Apps 주요 코드 : 조회 및 신청</vt:lpstr>
      <vt:lpstr>1-2. Power Apps 주요 코드 : 조회 및 신청</vt:lpstr>
      <vt:lpstr>2-1. Power Apps 주요 코드 : 부서별 신청 현황</vt:lpstr>
      <vt:lpstr>2-2. Power Apps 주요 코드 : 부서별 신청 현황</vt:lpstr>
      <vt:lpstr>3-1. Power Apps 주요 코드 : 개인 조회</vt:lpstr>
      <vt:lpstr>3-2. Power Apps 주요 코드 : 개인 조회</vt:lpstr>
      <vt:lpstr>3-3. Power Apps 주요 코드 : 개인 조회</vt:lpstr>
      <vt:lpstr>4-1. Power Apps 주요 코드 : 신청 현황</vt:lpstr>
      <vt:lpstr>4-2. Power Apps 주요 코드 : 신청 현황</vt:lpstr>
      <vt:lpstr>5. Power Apps 주요 코드 : 메일 수정</vt:lpstr>
      <vt:lpstr>6. Power Apps 주요 코드 : 관리자 설정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bs seo</dc:creator>
  <cp:keywords/>
  <dc:description/>
  <cp:lastModifiedBy>배태영</cp:lastModifiedBy>
  <cp:revision>38</cp:revision>
  <cp:lastPrinted>2022-11-20T12:31:23Z</cp:lastPrinted>
  <dcterms:modified xsi:type="dcterms:W3CDTF">2024-01-10T04:13:09Z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0x01010080409FB05310CA498D63EF8E789716EF</vt:lpwstr>
  </property>
  <property fmtid="{D5CDD505-2E9C-101B-9397-08002B2CF9AE}" pid="3" name="MediaServiceImageTags">
    <vt:lpwstr/>
  </property>
</Properties>
</file>