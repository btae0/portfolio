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715" r:id="rId4"/>
  </p:sldMasterIdLst>
  <p:notesMasterIdLst>
    <p:notesMasterId r:id="rId13"/>
  </p:notesMasterIdLst>
  <p:handoutMasterIdLst>
    <p:handoutMasterId r:id="rId14"/>
  </p:handoutMasterIdLst>
  <p:sldIdLst>
    <p:sldId id="10206" r:id="rId5"/>
    <p:sldId id="2143188426" r:id="rId6"/>
    <p:sldId id="2143188420" r:id="rId7"/>
    <p:sldId id="2143188422" r:id="rId8"/>
    <p:sldId id="2143188421" r:id="rId9"/>
    <p:sldId id="2143188423" r:id="rId10"/>
    <p:sldId id="2143188424" r:id="rId11"/>
    <p:sldId id="2143188425" r:id="rId12"/>
  </p:sldIdLst>
  <p:sldSz cx="9906000" cy="6858000" type="A4"/>
  <p:notesSz cx="6797675" cy="9926638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1pPr>
    <a:lvl2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2pPr>
    <a:lvl3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3pPr>
    <a:lvl4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4pPr>
    <a:lvl5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5pPr>
    <a:lvl6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6pPr>
    <a:lvl7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7pPr>
    <a:lvl8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8pPr>
    <a:lvl9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9pPr>
  </p:defaultTextStyle>
  <p:extLst>
    <p:ext uri="{EFAFB233-063F-42B5-8137-9DF3F51BA10A}">
      <p15:sldGuideLst xmlns:p15="http://schemas.microsoft.com/office/powerpoint/2012/main">
        <p15:guide id="1" orient="horz" pos="3226" userDrawn="1">
          <p15:clr>
            <a:srgbClr val="A4A3A4"/>
          </p15:clr>
        </p15:guide>
        <p15:guide id="2" orient="horz" pos="1661" userDrawn="1">
          <p15:clr>
            <a:srgbClr val="A4A3A4"/>
          </p15:clr>
        </p15:guide>
        <p15:guide id="4" orient="horz" pos="2999" userDrawn="1">
          <p15:clr>
            <a:srgbClr val="A4A3A4"/>
          </p15:clr>
        </p15:guide>
        <p15:guide id="6" orient="horz" pos="4042" userDrawn="1">
          <p15:clr>
            <a:srgbClr val="A4A3A4"/>
          </p15:clr>
        </p15:guide>
        <p15:guide id="7" pos="444" userDrawn="1">
          <p15:clr>
            <a:srgbClr val="A4A3A4"/>
          </p15:clr>
        </p15:guide>
        <p15:guide id="8" pos="3188" userDrawn="1">
          <p15:clr>
            <a:srgbClr val="A4A3A4"/>
          </p15:clr>
        </p15:guide>
        <p15:guide id="9" pos="2984" userDrawn="1">
          <p15:clr>
            <a:srgbClr val="A4A3A4"/>
          </p15:clr>
        </p15:guide>
        <p15:guide id="10" pos="32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83F5DE-E24E-6E21-D9B4-13CBCCA73753}" name="정성철" initials="정" userId="S::sc.jung@dexconsulting.net::22b6b1a5-5c99-4043-a511-eba0e92f326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o Jeong lee" initials="SJl" lastIdx="3" clrIdx="0">
    <p:extLst>
      <p:ext uri="{19B8F6BF-5375-455C-9EA6-DF929625EA0E}">
        <p15:presenceInfo xmlns:p15="http://schemas.microsoft.com/office/powerpoint/2012/main" userId="74e0cbd72fbbbb0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8AC1"/>
    <a:srgbClr val="0E63EC"/>
    <a:srgbClr val="FFD054"/>
    <a:srgbClr val="841F91"/>
    <a:srgbClr val="C1B8AF"/>
    <a:srgbClr val="6D87E3"/>
    <a:srgbClr val="F99200"/>
    <a:srgbClr val="2D80B3"/>
    <a:srgbClr val="1055A7"/>
    <a:srgbClr val="085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81EE52-DC57-407F-9E57-AC59667C2BBD}" v="85" dt="2023-12-18T00:21:15.769"/>
    <p1510:client id="{7DCB80C7-2718-C8AE-C398-591A9838A62A}" v="399" dt="2023-12-29T03:14:46.73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446" y="96"/>
      </p:cViewPr>
      <p:guideLst>
        <p:guide orient="horz" pos="3226"/>
        <p:guide orient="horz" pos="1661"/>
        <p:guide orient="horz" pos="2999"/>
        <p:guide orient="horz" pos="4042"/>
        <p:guide pos="444"/>
        <p:guide pos="3188"/>
        <p:guide pos="2984"/>
        <p:guide pos="323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지이" userId="f44ca051-1fb9-4cdd-8676-31e323ee5099" providerId="ADAL" clId="{5F81EE52-DC57-407F-9E57-AC59667C2BBD}"/>
    <pc:docChg chg="undo custSel addSld delSld modSld">
      <pc:chgData name="최지이" userId="f44ca051-1fb9-4cdd-8676-31e323ee5099" providerId="ADAL" clId="{5F81EE52-DC57-407F-9E57-AC59667C2BBD}" dt="2023-12-18T00:23:40.578" v="1677" actId="1037"/>
      <pc:docMkLst>
        <pc:docMk/>
      </pc:docMkLst>
      <pc:sldChg chg="addSp delSp modSp mod">
        <pc:chgData name="최지이" userId="f44ca051-1fb9-4cdd-8676-31e323ee5099" providerId="ADAL" clId="{5F81EE52-DC57-407F-9E57-AC59667C2BBD}" dt="2023-12-17T23:57:38.596" v="1315" actId="14861"/>
        <pc:sldMkLst>
          <pc:docMk/>
          <pc:sldMk cId="2064342030" sldId="2143188420"/>
        </pc:sldMkLst>
        <pc:spChg chg="mod">
          <ac:chgData name="최지이" userId="f44ca051-1fb9-4cdd-8676-31e323ee5099" providerId="ADAL" clId="{5F81EE52-DC57-407F-9E57-AC59667C2BBD}" dt="2023-12-15T08:50:55.638" v="850" actId="20577"/>
          <ac:spMkLst>
            <pc:docMk/>
            <pc:sldMk cId="2064342030" sldId="2143188420"/>
            <ac:spMk id="3" creationId="{00000000-0000-0000-0000-000000000000}"/>
          </ac:spMkLst>
        </pc:spChg>
        <pc:spChg chg="mod">
          <ac:chgData name="최지이" userId="f44ca051-1fb9-4cdd-8676-31e323ee5099" providerId="ADAL" clId="{5F81EE52-DC57-407F-9E57-AC59667C2BBD}" dt="2023-12-17T23:53:55.762" v="1096" actId="20577"/>
          <ac:spMkLst>
            <pc:docMk/>
            <pc:sldMk cId="2064342030" sldId="2143188420"/>
            <ac:spMk id="10" creationId="{F17377D5-8C14-7BEA-400A-622E3EEA9435}"/>
          </ac:spMkLst>
        </pc:spChg>
        <pc:spChg chg="mod ord">
          <ac:chgData name="최지이" userId="f44ca051-1fb9-4cdd-8676-31e323ee5099" providerId="ADAL" clId="{5F81EE52-DC57-407F-9E57-AC59667C2BBD}" dt="2023-12-17T23:56:52.525" v="1308" actId="166"/>
          <ac:spMkLst>
            <pc:docMk/>
            <pc:sldMk cId="2064342030" sldId="2143188420"/>
            <ac:spMk id="14" creationId="{1D66FD3B-031E-F192-B578-8A410BC3D764}"/>
          </ac:spMkLst>
        </pc:spChg>
        <pc:spChg chg="mod">
          <ac:chgData name="최지이" userId="f44ca051-1fb9-4cdd-8676-31e323ee5099" providerId="ADAL" clId="{5F81EE52-DC57-407F-9E57-AC59667C2BBD}" dt="2023-12-17T23:55:46.671" v="1295"/>
          <ac:spMkLst>
            <pc:docMk/>
            <pc:sldMk cId="2064342030" sldId="2143188420"/>
            <ac:spMk id="31" creationId="{5B9CB65E-64C0-448E-B1A7-BF9E443511CA}"/>
          </ac:spMkLst>
        </pc:spChg>
        <pc:spChg chg="mod">
          <ac:chgData name="최지이" userId="f44ca051-1fb9-4cdd-8676-31e323ee5099" providerId="ADAL" clId="{5F81EE52-DC57-407F-9E57-AC59667C2BBD}" dt="2023-12-15T08:40:39.516" v="110"/>
          <ac:spMkLst>
            <pc:docMk/>
            <pc:sldMk cId="2064342030" sldId="2143188420"/>
            <ac:spMk id="33" creationId="{35FF9204-BF83-43DE-A3B6-846D009F8E3E}"/>
          </ac:spMkLst>
        </pc:spChg>
        <pc:picChg chg="mod ord">
          <ac:chgData name="최지이" userId="f44ca051-1fb9-4cdd-8676-31e323ee5099" providerId="ADAL" clId="{5F81EE52-DC57-407F-9E57-AC59667C2BBD}" dt="2023-12-17T23:56:52.525" v="1308" actId="166"/>
          <ac:picMkLst>
            <pc:docMk/>
            <pc:sldMk cId="2064342030" sldId="2143188420"/>
            <ac:picMk id="4" creationId="{14CE81CB-9E09-ECA0-F7F4-7E79568B6AD9}"/>
          </ac:picMkLst>
        </pc:picChg>
        <pc:picChg chg="add mod ord">
          <ac:chgData name="최지이" userId="f44ca051-1fb9-4cdd-8676-31e323ee5099" providerId="ADAL" clId="{5F81EE52-DC57-407F-9E57-AC59667C2BBD}" dt="2023-12-17T23:56:33.525" v="1304" actId="1076"/>
          <ac:picMkLst>
            <pc:docMk/>
            <pc:sldMk cId="2064342030" sldId="2143188420"/>
            <ac:picMk id="5" creationId="{F4D112CD-722F-E79E-EB6A-752D67E70C14}"/>
          </ac:picMkLst>
        </pc:picChg>
        <pc:picChg chg="del">
          <ac:chgData name="최지이" userId="f44ca051-1fb9-4cdd-8676-31e323ee5099" providerId="ADAL" clId="{5F81EE52-DC57-407F-9E57-AC59667C2BBD}" dt="2023-12-15T08:32:01.437" v="0" actId="478"/>
          <ac:picMkLst>
            <pc:docMk/>
            <pc:sldMk cId="2064342030" sldId="2143188420"/>
            <ac:picMk id="7" creationId="{2CC9B3EB-3DEE-CC91-68CB-5112E8215539}"/>
          </ac:picMkLst>
        </pc:picChg>
        <pc:picChg chg="add mod ord">
          <ac:chgData name="최지이" userId="f44ca051-1fb9-4cdd-8676-31e323ee5099" providerId="ADAL" clId="{5F81EE52-DC57-407F-9E57-AC59667C2BBD}" dt="2023-12-17T23:57:38.596" v="1315" actId="14861"/>
          <ac:picMkLst>
            <pc:docMk/>
            <pc:sldMk cId="2064342030" sldId="2143188420"/>
            <ac:picMk id="7" creationId="{BD724F8D-4425-14C8-01EC-D6BD65024E7C}"/>
          </ac:picMkLst>
        </pc:picChg>
        <pc:picChg chg="del">
          <ac:chgData name="최지이" userId="f44ca051-1fb9-4cdd-8676-31e323ee5099" providerId="ADAL" clId="{5F81EE52-DC57-407F-9E57-AC59667C2BBD}" dt="2023-12-15T08:34:48.347" v="18" actId="478"/>
          <ac:picMkLst>
            <pc:docMk/>
            <pc:sldMk cId="2064342030" sldId="2143188420"/>
            <ac:picMk id="8" creationId="{75106EA6-41AE-E76B-04B0-EE1C866EDB17}"/>
          </ac:picMkLst>
        </pc:picChg>
        <pc:picChg chg="mod ord">
          <ac:chgData name="최지이" userId="f44ca051-1fb9-4cdd-8676-31e323ee5099" providerId="ADAL" clId="{5F81EE52-DC57-407F-9E57-AC59667C2BBD}" dt="2023-12-17T23:56:52.525" v="1308" actId="166"/>
          <ac:picMkLst>
            <pc:docMk/>
            <pc:sldMk cId="2064342030" sldId="2143188420"/>
            <ac:picMk id="13" creationId="{0EA91B64-66C9-4A95-37A6-AF9CCCDAD3CF}"/>
          </ac:picMkLst>
        </pc:picChg>
        <pc:picChg chg="add del mod ord">
          <ac:chgData name="최지이" userId="f44ca051-1fb9-4cdd-8676-31e323ee5099" providerId="ADAL" clId="{5F81EE52-DC57-407F-9E57-AC59667C2BBD}" dt="2023-12-17T23:55:48.533" v="1296" actId="478"/>
          <ac:picMkLst>
            <pc:docMk/>
            <pc:sldMk cId="2064342030" sldId="2143188420"/>
            <ac:picMk id="15" creationId="{CF3732BF-AB90-5B84-C2AD-ED0F03896134}"/>
          </ac:picMkLst>
        </pc:picChg>
        <pc:cxnChg chg="mod">
          <ac:chgData name="최지이" userId="f44ca051-1fb9-4cdd-8676-31e323ee5099" providerId="ADAL" clId="{5F81EE52-DC57-407F-9E57-AC59667C2BBD}" dt="2023-12-17T23:55:48.533" v="1296" actId="478"/>
          <ac:cxnSpMkLst>
            <pc:docMk/>
            <pc:sldMk cId="2064342030" sldId="2143188420"/>
            <ac:cxnSpMk id="12" creationId="{4B200AA5-68DF-803A-B3E3-E3EE51B6ED37}"/>
          </ac:cxnSpMkLst>
        </pc:cxnChg>
        <pc:cxnChg chg="mod ord">
          <ac:chgData name="최지이" userId="f44ca051-1fb9-4cdd-8676-31e323ee5099" providerId="ADAL" clId="{5F81EE52-DC57-407F-9E57-AC59667C2BBD}" dt="2023-12-17T23:56:52.525" v="1308" actId="166"/>
          <ac:cxnSpMkLst>
            <pc:docMk/>
            <pc:sldMk cId="2064342030" sldId="2143188420"/>
            <ac:cxnSpMk id="17" creationId="{D45A8844-0D1F-FA4A-FBDD-3DCA972CA443}"/>
          </ac:cxnSpMkLst>
        </pc:cxnChg>
      </pc:sldChg>
      <pc:sldChg chg="addSp delSp modSp mod">
        <pc:chgData name="최지이" userId="f44ca051-1fb9-4cdd-8676-31e323ee5099" providerId="ADAL" clId="{5F81EE52-DC57-407F-9E57-AC59667C2BBD}" dt="2023-12-18T00:10:27.438" v="1380" actId="20577"/>
        <pc:sldMkLst>
          <pc:docMk/>
          <pc:sldMk cId="1320317936" sldId="2143188421"/>
        </pc:sldMkLst>
        <pc:spChg chg="mod">
          <ac:chgData name="최지이" userId="f44ca051-1fb9-4cdd-8676-31e323ee5099" providerId="ADAL" clId="{5F81EE52-DC57-407F-9E57-AC59667C2BBD}" dt="2023-12-18T00:10:27.438" v="1380" actId="20577"/>
          <ac:spMkLst>
            <pc:docMk/>
            <pc:sldMk cId="1320317936" sldId="2143188421"/>
            <ac:spMk id="3" creationId="{00000000-0000-0000-0000-000000000000}"/>
          </ac:spMkLst>
        </pc:spChg>
        <pc:spChg chg="mod">
          <ac:chgData name="최지이" userId="f44ca051-1fb9-4cdd-8676-31e323ee5099" providerId="ADAL" clId="{5F81EE52-DC57-407F-9E57-AC59667C2BBD}" dt="2023-12-18T00:00:13.200" v="1319" actId="255"/>
          <ac:spMkLst>
            <pc:docMk/>
            <pc:sldMk cId="1320317936" sldId="2143188421"/>
            <ac:spMk id="31" creationId="{5B9CB65E-64C0-448E-B1A7-BF9E443511CA}"/>
          </ac:spMkLst>
        </pc:spChg>
        <pc:picChg chg="add mod">
          <ac:chgData name="최지이" userId="f44ca051-1fb9-4cdd-8676-31e323ee5099" providerId="ADAL" clId="{5F81EE52-DC57-407F-9E57-AC59667C2BBD}" dt="2023-12-18T00:02:58.400" v="1339" actId="1035"/>
          <ac:picMkLst>
            <pc:docMk/>
            <pc:sldMk cId="1320317936" sldId="2143188421"/>
            <ac:picMk id="4" creationId="{FD9DF285-9694-3C78-9B88-DD830A09BB80}"/>
          </ac:picMkLst>
        </pc:picChg>
        <pc:picChg chg="del">
          <ac:chgData name="최지이" userId="f44ca051-1fb9-4cdd-8676-31e323ee5099" providerId="ADAL" clId="{5F81EE52-DC57-407F-9E57-AC59667C2BBD}" dt="2023-12-18T00:01:48.026" v="1320" actId="478"/>
          <ac:picMkLst>
            <pc:docMk/>
            <pc:sldMk cId="1320317936" sldId="2143188421"/>
            <ac:picMk id="7" creationId="{D92596E0-CE18-E66F-5677-F3A5D1C986F9}"/>
          </ac:picMkLst>
        </pc:picChg>
      </pc:sldChg>
      <pc:sldChg chg="addSp delSp modSp mod">
        <pc:chgData name="최지이" userId="f44ca051-1fb9-4cdd-8676-31e323ee5099" providerId="ADAL" clId="{5F81EE52-DC57-407F-9E57-AC59667C2BBD}" dt="2023-12-18T00:11:55.610" v="1385" actId="1076"/>
        <pc:sldMkLst>
          <pc:docMk/>
          <pc:sldMk cId="3083526145" sldId="2143188422"/>
        </pc:sldMkLst>
        <pc:spChg chg="mod">
          <ac:chgData name="최지이" userId="f44ca051-1fb9-4cdd-8676-31e323ee5099" providerId="ADAL" clId="{5F81EE52-DC57-407F-9E57-AC59667C2BBD}" dt="2023-12-18T00:10:06.551" v="1379" actId="20577"/>
          <ac:spMkLst>
            <pc:docMk/>
            <pc:sldMk cId="3083526145" sldId="2143188422"/>
            <ac:spMk id="3" creationId="{00000000-0000-0000-0000-000000000000}"/>
          </ac:spMkLst>
        </pc:spChg>
        <pc:spChg chg="del">
          <ac:chgData name="최지이" userId="f44ca051-1fb9-4cdd-8676-31e323ee5099" providerId="ADAL" clId="{5F81EE52-DC57-407F-9E57-AC59667C2BBD}" dt="2023-12-18T00:03:17.457" v="1341" actId="478"/>
          <ac:spMkLst>
            <pc:docMk/>
            <pc:sldMk cId="3083526145" sldId="2143188422"/>
            <ac:spMk id="5" creationId="{CAC44F47-C8E1-198C-6C2D-F1A405986EA2}"/>
          </ac:spMkLst>
        </pc:spChg>
        <pc:spChg chg="add mod">
          <ac:chgData name="최지이" userId="f44ca051-1fb9-4cdd-8676-31e323ee5099" providerId="ADAL" clId="{5F81EE52-DC57-407F-9E57-AC59667C2BBD}" dt="2023-12-18T00:07:30.589" v="1375" actId="1036"/>
          <ac:spMkLst>
            <pc:docMk/>
            <pc:sldMk cId="3083526145" sldId="2143188422"/>
            <ac:spMk id="12" creationId="{6B13773F-A26D-0ED8-CB42-48A269C2476B}"/>
          </ac:spMkLst>
        </pc:spChg>
        <pc:spChg chg="mod">
          <ac:chgData name="최지이" userId="f44ca051-1fb9-4cdd-8676-31e323ee5099" providerId="ADAL" clId="{5F81EE52-DC57-407F-9E57-AC59667C2BBD}" dt="2023-12-18T00:04:43.611" v="1359" actId="113"/>
          <ac:spMkLst>
            <pc:docMk/>
            <pc:sldMk cId="3083526145" sldId="2143188422"/>
            <ac:spMk id="31" creationId="{5B9CB65E-64C0-448E-B1A7-BF9E443511CA}"/>
          </ac:spMkLst>
        </pc:spChg>
        <pc:spChg chg="mod">
          <ac:chgData name="최지이" userId="f44ca051-1fb9-4cdd-8676-31e323ee5099" providerId="ADAL" clId="{5F81EE52-DC57-407F-9E57-AC59667C2BBD}" dt="2023-12-18T00:11:55.610" v="1385" actId="1076"/>
          <ac:spMkLst>
            <pc:docMk/>
            <pc:sldMk cId="3083526145" sldId="2143188422"/>
            <ac:spMk id="33" creationId="{35FF9204-BF83-43DE-A3B6-846D009F8E3E}"/>
          </ac:spMkLst>
        </pc:spChg>
        <pc:picChg chg="add mod">
          <ac:chgData name="최지이" userId="f44ca051-1fb9-4cdd-8676-31e323ee5099" providerId="ADAL" clId="{5F81EE52-DC57-407F-9E57-AC59667C2BBD}" dt="2023-12-18T00:06:49.509" v="1360" actId="14100"/>
          <ac:picMkLst>
            <pc:docMk/>
            <pc:sldMk cId="3083526145" sldId="2143188422"/>
            <ac:picMk id="4" creationId="{03B002B6-B30E-7F93-D9B9-9CC4A605118F}"/>
          </ac:picMkLst>
        </pc:picChg>
        <pc:picChg chg="del">
          <ac:chgData name="최지이" userId="f44ca051-1fb9-4cdd-8676-31e323ee5099" providerId="ADAL" clId="{5F81EE52-DC57-407F-9E57-AC59667C2BBD}" dt="2023-12-18T00:03:10.856" v="1340" actId="478"/>
          <ac:picMkLst>
            <pc:docMk/>
            <pc:sldMk cId="3083526145" sldId="2143188422"/>
            <ac:picMk id="7" creationId="{5E82BDD4-5DE9-BBE7-4288-EBC9F4FD7917}"/>
          </ac:picMkLst>
        </pc:picChg>
        <pc:picChg chg="del">
          <ac:chgData name="최지이" userId="f44ca051-1fb9-4cdd-8676-31e323ee5099" providerId="ADAL" clId="{5F81EE52-DC57-407F-9E57-AC59667C2BBD}" dt="2023-12-18T00:03:17.787" v="1342" actId="478"/>
          <ac:picMkLst>
            <pc:docMk/>
            <pc:sldMk cId="3083526145" sldId="2143188422"/>
            <ac:picMk id="10" creationId="{F841C0DF-6EAF-AB5B-73DA-6F82CE76E0E3}"/>
          </ac:picMkLst>
        </pc:picChg>
        <pc:picChg chg="add mod">
          <ac:chgData name="최지이" userId="f44ca051-1fb9-4cdd-8676-31e323ee5099" providerId="ADAL" clId="{5F81EE52-DC57-407F-9E57-AC59667C2BBD}" dt="2023-12-18T00:07:06.720" v="1366" actId="14861"/>
          <ac:picMkLst>
            <pc:docMk/>
            <pc:sldMk cId="3083526145" sldId="2143188422"/>
            <ac:picMk id="11" creationId="{4BDA2257-F713-1BE6-4459-009D1FA73111}"/>
          </ac:picMkLst>
        </pc:picChg>
        <pc:cxnChg chg="del">
          <ac:chgData name="최지이" userId="f44ca051-1fb9-4cdd-8676-31e323ee5099" providerId="ADAL" clId="{5F81EE52-DC57-407F-9E57-AC59667C2BBD}" dt="2023-12-18T00:03:17.457" v="1341" actId="478"/>
          <ac:cxnSpMkLst>
            <pc:docMk/>
            <pc:sldMk cId="3083526145" sldId="2143188422"/>
            <ac:cxnSpMk id="8" creationId="{497D4C29-CAA0-E728-F312-712A7DD9F510}"/>
          </ac:cxnSpMkLst>
        </pc:cxnChg>
        <pc:cxnChg chg="add mod">
          <ac:chgData name="최지이" userId="f44ca051-1fb9-4cdd-8676-31e323ee5099" providerId="ADAL" clId="{5F81EE52-DC57-407F-9E57-AC59667C2BBD}" dt="2023-12-18T00:07:41.404" v="1376" actId="14100"/>
          <ac:cxnSpMkLst>
            <pc:docMk/>
            <pc:sldMk cId="3083526145" sldId="2143188422"/>
            <ac:cxnSpMk id="13" creationId="{EB07D58D-C817-675D-CC29-C17A7B5D764F}"/>
          </ac:cxnSpMkLst>
        </pc:cxnChg>
      </pc:sldChg>
      <pc:sldChg chg="addSp delSp modSp mod">
        <pc:chgData name="최지이" userId="f44ca051-1fb9-4cdd-8676-31e323ee5099" providerId="ADAL" clId="{5F81EE52-DC57-407F-9E57-AC59667C2BBD}" dt="2023-12-18T00:13:05.275" v="1499"/>
        <pc:sldMkLst>
          <pc:docMk/>
          <pc:sldMk cId="1114252945" sldId="2143188426"/>
        </pc:sldMkLst>
        <pc:spChg chg="mod">
          <ac:chgData name="최지이" userId="f44ca051-1fb9-4cdd-8676-31e323ee5099" providerId="ADAL" clId="{5F81EE52-DC57-407F-9E57-AC59667C2BBD}" dt="2023-12-18T00:11:47.877" v="1383" actId="20577"/>
          <ac:spMkLst>
            <pc:docMk/>
            <pc:sldMk cId="1114252945" sldId="2143188426"/>
            <ac:spMk id="3" creationId="{00000000-0000-0000-0000-000000000000}"/>
          </ac:spMkLst>
        </pc:spChg>
        <pc:spChg chg="mod">
          <ac:chgData name="최지이" userId="f44ca051-1fb9-4cdd-8676-31e323ee5099" providerId="ADAL" clId="{5F81EE52-DC57-407F-9E57-AC59667C2BBD}" dt="2023-12-18T00:13:05.275" v="1499"/>
          <ac:spMkLst>
            <pc:docMk/>
            <pc:sldMk cId="1114252945" sldId="2143188426"/>
            <ac:spMk id="31" creationId="{5B9CB65E-64C0-448E-B1A7-BF9E443511CA}"/>
          </ac:spMkLst>
        </pc:spChg>
        <pc:picChg chg="add mod">
          <ac:chgData name="최지이" userId="f44ca051-1fb9-4cdd-8676-31e323ee5099" providerId="ADAL" clId="{5F81EE52-DC57-407F-9E57-AC59667C2BBD}" dt="2023-12-18T00:12:31.400" v="1394" actId="14100"/>
          <ac:picMkLst>
            <pc:docMk/>
            <pc:sldMk cId="1114252945" sldId="2143188426"/>
            <ac:picMk id="4" creationId="{2F7F11CA-FC67-9039-63BC-BB365D75C978}"/>
          </ac:picMkLst>
        </pc:picChg>
        <pc:picChg chg="del">
          <ac:chgData name="최지이" userId="f44ca051-1fb9-4cdd-8676-31e323ee5099" providerId="ADAL" clId="{5F81EE52-DC57-407F-9E57-AC59667C2BBD}" dt="2023-12-18T00:09:50.342" v="1377" actId="478"/>
          <ac:picMkLst>
            <pc:docMk/>
            <pc:sldMk cId="1114252945" sldId="2143188426"/>
            <ac:picMk id="13" creationId="{0088C59A-F795-3F47-EBC5-598FC331C2A0}"/>
          </ac:picMkLst>
        </pc:picChg>
      </pc:sldChg>
      <pc:sldChg chg="addSp delSp modSp mod">
        <pc:chgData name="최지이" userId="f44ca051-1fb9-4cdd-8676-31e323ee5099" providerId="ADAL" clId="{5F81EE52-DC57-407F-9E57-AC59667C2BBD}" dt="2023-12-18T00:22:22.874" v="1656" actId="1036"/>
        <pc:sldMkLst>
          <pc:docMk/>
          <pc:sldMk cId="1551480034" sldId="2143188427"/>
        </pc:sldMkLst>
        <pc:picChg chg="del">
          <ac:chgData name="최지이" userId="f44ca051-1fb9-4cdd-8676-31e323ee5099" providerId="ADAL" clId="{5F81EE52-DC57-407F-9E57-AC59667C2BBD}" dt="2023-12-18T00:22:03.098" v="1632" actId="478"/>
          <ac:picMkLst>
            <pc:docMk/>
            <pc:sldMk cId="1551480034" sldId="2143188427"/>
            <ac:picMk id="2" creationId="{B8E19435-14F1-8B37-208C-D64BC81AA856}"/>
          </ac:picMkLst>
        </pc:picChg>
        <pc:picChg chg="add mod">
          <ac:chgData name="최지이" userId="f44ca051-1fb9-4cdd-8676-31e323ee5099" providerId="ADAL" clId="{5F81EE52-DC57-407F-9E57-AC59667C2BBD}" dt="2023-12-18T00:22:22.874" v="1656" actId="1036"/>
          <ac:picMkLst>
            <pc:docMk/>
            <pc:sldMk cId="1551480034" sldId="2143188427"/>
            <ac:picMk id="5" creationId="{F430D398-723D-EFF3-0903-38E6F4A7F35E}"/>
          </ac:picMkLst>
        </pc:picChg>
      </pc:sldChg>
      <pc:sldChg chg="addSp delSp modSp mod">
        <pc:chgData name="최지이" userId="f44ca051-1fb9-4cdd-8676-31e323ee5099" providerId="ADAL" clId="{5F81EE52-DC57-407F-9E57-AC59667C2BBD}" dt="2023-12-18T00:20:50.006" v="1612" actId="14861"/>
        <pc:sldMkLst>
          <pc:docMk/>
          <pc:sldMk cId="3676875363" sldId="2143188428"/>
        </pc:sldMkLst>
        <pc:spChg chg="mod">
          <ac:chgData name="최지이" userId="f44ca051-1fb9-4cdd-8676-31e323ee5099" providerId="ADAL" clId="{5F81EE52-DC57-407F-9E57-AC59667C2BBD}" dt="2023-12-18T00:17:16.467" v="1586" actId="20577"/>
          <ac:spMkLst>
            <pc:docMk/>
            <pc:sldMk cId="3676875363" sldId="2143188428"/>
            <ac:spMk id="3" creationId="{00000000-0000-0000-0000-000000000000}"/>
          </ac:spMkLst>
        </pc:spChg>
        <pc:spChg chg="mod">
          <ac:chgData name="최지이" userId="f44ca051-1fb9-4cdd-8676-31e323ee5099" providerId="ADAL" clId="{5F81EE52-DC57-407F-9E57-AC59667C2BBD}" dt="2023-12-18T00:16:59.440" v="1583" actId="1035"/>
          <ac:spMkLst>
            <pc:docMk/>
            <pc:sldMk cId="3676875363" sldId="2143188428"/>
            <ac:spMk id="8" creationId="{D74F98B2-4DD0-8FD9-15E6-97902DE228E4}"/>
          </ac:spMkLst>
        </pc:spChg>
        <pc:spChg chg="add del mod topLvl">
          <ac:chgData name="최지이" userId="f44ca051-1fb9-4cdd-8676-31e323ee5099" providerId="ADAL" clId="{5F81EE52-DC57-407F-9E57-AC59667C2BBD}" dt="2023-12-18T00:18:38.771" v="1587" actId="478"/>
          <ac:spMkLst>
            <pc:docMk/>
            <pc:sldMk cId="3676875363" sldId="2143188428"/>
            <ac:spMk id="9" creationId="{CC15F9CE-B418-B397-21FB-D5AB416B8DCA}"/>
          </ac:spMkLst>
        </pc:spChg>
        <pc:spChg chg="mod">
          <ac:chgData name="최지이" userId="f44ca051-1fb9-4cdd-8676-31e323ee5099" providerId="ADAL" clId="{5F81EE52-DC57-407F-9E57-AC59667C2BBD}" dt="2023-12-18T00:20:22.381" v="1597" actId="5793"/>
          <ac:spMkLst>
            <pc:docMk/>
            <pc:sldMk cId="3676875363" sldId="2143188428"/>
            <ac:spMk id="31" creationId="{5B9CB65E-64C0-448E-B1A7-BF9E443511CA}"/>
          </ac:spMkLst>
        </pc:spChg>
        <pc:grpChg chg="add del mod">
          <ac:chgData name="최지이" userId="f44ca051-1fb9-4cdd-8676-31e323ee5099" providerId="ADAL" clId="{5F81EE52-DC57-407F-9E57-AC59667C2BBD}" dt="2023-12-18T00:18:38.771" v="1587" actId="478"/>
          <ac:grpSpMkLst>
            <pc:docMk/>
            <pc:sldMk cId="3676875363" sldId="2143188428"/>
            <ac:grpSpMk id="12" creationId="{B67B232E-778B-A8AF-0A38-89E35563EABE}"/>
          </ac:grpSpMkLst>
        </pc:grpChg>
        <pc:picChg chg="del mod">
          <ac:chgData name="최지이" userId="f44ca051-1fb9-4cdd-8676-31e323ee5099" providerId="ADAL" clId="{5F81EE52-DC57-407F-9E57-AC59667C2BBD}" dt="2023-12-18T00:13:31.024" v="1507" actId="478"/>
          <ac:picMkLst>
            <pc:docMk/>
            <pc:sldMk cId="3676875363" sldId="2143188428"/>
            <ac:picMk id="4" creationId="{35D65025-49DC-0164-DB4C-47FF3658B09F}"/>
          </ac:picMkLst>
        </pc:picChg>
        <pc:picChg chg="mod topLvl">
          <ac:chgData name="최지이" userId="f44ca051-1fb9-4cdd-8676-31e323ee5099" providerId="ADAL" clId="{5F81EE52-DC57-407F-9E57-AC59667C2BBD}" dt="2023-12-18T00:20:50.006" v="1612" actId="14861"/>
          <ac:picMkLst>
            <pc:docMk/>
            <pc:sldMk cId="3676875363" sldId="2143188428"/>
            <ac:picMk id="5" creationId="{FB7E4DDB-F812-6A80-4CD1-B5DF3425A93B}"/>
          </ac:picMkLst>
        </pc:picChg>
        <pc:picChg chg="add mod ord">
          <ac:chgData name="최지이" userId="f44ca051-1fb9-4cdd-8676-31e323ee5099" providerId="ADAL" clId="{5F81EE52-DC57-407F-9E57-AC59667C2BBD}" dt="2023-12-18T00:14:15.693" v="1519" actId="167"/>
          <ac:picMkLst>
            <pc:docMk/>
            <pc:sldMk cId="3676875363" sldId="2143188428"/>
            <ac:picMk id="7" creationId="{9B8B0F10-F7DD-A604-C83C-2E1112C287DF}"/>
          </ac:picMkLst>
        </pc:picChg>
        <pc:cxnChg chg="mod">
          <ac:chgData name="최지이" userId="f44ca051-1fb9-4cdd-8676-31e323ee5099" providerId="ADAL" clId="{5F81EE52-DC57-407F-9E57-AC59667C2BBD}" dt="2023-12-18T00:16:59.440" v="1583" actId="1035"/>
          <ac:cxnSpMkLst>
            <pc:docMk/>
            <pc:sldMk cId="3676875363" sldId="2143188428"/>
            <ac:cxnSpMk id="11" creationId="{6C615272-B577-BF39-E1AD-68B658F7DEBE}"/>
          </ac:cxnSpMkLst>
        </pc:cxnChg>
      </pc:sldChg>
      <pc:sldChg chg="delSp modSp del mod">
        <pc:chgData name="최지이" userId="f44ca051-1fb9-4cdd-8676-31e323ee5099" providerId="ADAL" clId="{5F81EE52-DC57-407F-9E57-AC59667C2BBD}" dt="2023-12-18T00:21:41.515" v="1631" actId="47"/>
        <pc:sldMkLst>
          <pc:docMk/>
          <pc:sldMk cId="2675755161" sldId="2143188429"/>
        </pc:sldMkLst>
        <pc:spChg chg="mod">
          <ac:chgData name="최지이" userId="f44ca051-1fb9-4cdd-8676-31e323ee5099" providerId="ADAL" clId="{5F81EE52-DC57-407F-9E57-AC59667C2BBD}" dt="2023-12-18T00:15:53.821" v="1532" actId="20577"/>
          <ac:spMkLst>
            <pc:docMk/>
            <pc:sldMk cId="2675755161" sldId="2143188429"/>
            <ac:spMk id="3" creationId="{00000000-0000-0000-0000-000000000000}"/>
          </ac:spMkLst>
        </pc:spChg>
        <pc:picChg chg="del">
          <ac:chgData name="최지이" userId="f44ca051-1fb9-4cdd-8676-31e323ee5099" providerId="ADAL" clId="{5F81EE52-DC57-407F-9E57-AC59667C2BBD}" dt="2023-12-18T00:16:08.947" v="1533" actId="478"/>
          <ac:picMkLst>
            <pc:docMk/>
            <pc:sldMk cId="2675755161" sldId="2143188429"/>
            <ac:picMk id="7" creationId="{8E0590CA-7A75-D34F-181D-AA2DA6CB3998}"/>
          </ac:picMkLst>
        </pc:picChg>
      </pc:sldChg>
      <pc:sldChg chg="addSp delSp modSp mod">
        <pc:chgData name="최지이" userId="f44ca051-1fb9-4cdd-8676-31e323ee5099" providerId="ADAL" clId="{5F81EE52-DC57-407F-9E57-AC59667C2BBD}" dt="2023-12-18T00:23:40.578" v="1677" actId="1037"/>
        <pc:sldMkLst>
          <pc:docMk/>
          <pc:sldMk cId="951739545" sldId="2143188430"/>
        </pc:sldMkLst>
        <pc:picChg chg="add mod">
          <ac:chgData name="최지이" userId="f44ca051-1fb9-4cdd-8676-31e323ee5099" providerId="ADAL" clId="{5F81EE52-DC57-407F-9E57-AC59667C2BBD}" dt="2023-12-18T00:23:40.578" v="1677" actId="1037"/>
          <ac:picMkLst>
            <pc:docMk/>
            <pc:sldMk cId="951739545" sldId="2143188430"/>
            <ac:picMk id="4" creationId="{FEA6800A-C287-2A88-CD9A-9122B4C00C4F}"/>
          </ac:picMkLst>
        </pc:picChg>
        <pc:picChg chg="del mod">
          <ac:chgData name="최지이" userId="f44ca051-1fb9-4cdd-8676-31e323ee5099" providerId="ADAL" clId="{5F81EE52-DC57-407F-9E57-AC59667C2BBD}" dt="2023-12-18T00:23:21.220" v="1658" actId="478"/>
          <ac:picMkLst>
            <pc:docMk/>
            <pc:sldMk cId="951739545" sldId="2143188430"/>
            <ac:picMk id="5" creationId="{DB13E683-0DD1-18AB-0A0E-B847BB377EEE}"/>
          </ac:picMkLst>
        </pc:picChg>
      </pc:sldChg>
      <pc:sldChg chg="addSp delSp modSp add mod">
        <pc:chgData name="최지이" userId="f44ca051-1fb9-4cdd-8676-31e323ee5099" providerId="ADAL" clId="{5F81EE52-DC57-407F-9E57-AC59667C2BBD}" dt="2023-12-17T23:32:25.949" v="1083"/>
        <pc:sldMkLst>
          <pc:docMk/>
          <pc:sldMk cId="1455420811" sldId="2143188431"/>
        </pc:sldMkLst>
        <pc:spChg chg="mod">
          <ac:chgData name="최지이" userId="f44ca051-1fb9-4cdd-8676-31e323ee5099" providerId="ADAL" clId="{5F81EE52-DC57-407F-9E57-AC59667C2BBD}" dt="2023-12-15T08:51:02.047" v="853" actId="20577"/>
          <ac:spMkLst>
            <pc:docMk/>
            <pc:sldMk cId="1455420811" sldId="2143188431"/>
            <ac:spMk id="3" creationId="{00000000-0000-0000-0000-000000000000}"/>
          </ac:spMkLst>
        </pc:spChg>
        <pc:spChg chg="add mod">
          <ac:chgData name="최지이" userId="f44ca051-1fb9-4cdd-8676-31e323ee5099" providerId="ADAL" clId="{5F81EE52-DC57-407F-9E57-AC59667C2BBD}" dt="2023-12-15T08:54:42.062" v="1017" actId="1036"/>
          <ac:spMkLst>
            <pc:docMk/>
            <pc:sldMk cId="1455420811" sldId="2143188431"/>
            <ac:spMk id="8" creationId="{3A485494-EF10-5A7C-6EC0-8AE5CE4CB0B2}"/>
          </ac:spMkLst>
        </pc:spChg>
        <pc:spChg chg="del">
          <ac:chgData name="최지이" userId="f44ca051-1fb9-4cdd-8676-31e323ee5099" providerId="ADAL" clId="{5F81EE52-DC57-407F-9E57-AC59667C2BBD}" dt="2023-12-15T08:40:11.470" v="75" actId="478"/>
          <ac:spMkLst>
            <pc:docMk/>
            <pc:sldMk cId="1455420811" sldId="2143188431"/>
            <ac:spMk id="10" creationId="{F17377D5-8C14-7BEA-400A-622E3EEA9435}"/>
          </ac:spMkLst>
        </pc:spChg>
        <pc:spChg chg="del">
          <ac:chgData name="최지이" userId="f44ca051-1fb9-4cdd-8676-31e323ee5099" providerId="ADAL" clId="{5F81EE52-DC57-407F-9E57-AC59667C2BBD}" dt="2023-12-15T08:40:14.573" v="79" actId="478"/>
          <ac:spMkLst>
            <pc:docMk/>
            <pc:sldMk cId="1455420811" sldId="2143188431"/>
            <ac:spMk id="14" creationId="{1D66FD3B-031E-F192-B578-8A410BC3D764}"/>
          </ac:spMkLst>
        </pc:spChg>
        <pc:spChg chg="mod">
          <ac:chgData name="최지이" userId="f44ca051-1fb9-4cdd-8676-31e323ee5099" providerId="ADAL" clId="{5F81EE52-DC57-407F-9E57-AC59667C2BBD}" dt="2023-12-17T23:32:25.949" v="1083"/>
          <ac:spMkLst>
            <pc:docMk/>
            <pc:sldMk cId="1455420811" sldId="2143188431"/>
            <ac:spMk id="31" creationId="{5B9CB65E-64C0-448E-B1A7-BF9E443511CA}"/>
          </ac:spMkLst>
        </pc:spChg>
        <pc:spChg chg="mod">
          <ac:chgData name="최지이" userId="f44ca051-1fb9-4cdd-8676-31e323ee5099" providerId="ADAL" clId="{5F81EE52-DC57-407F-9E57-AC59667C2BBD}" dt="2023-12-15T08:41:10.022" v="177"/>
          <ac:spMkLst>
            <pc:docMk/>
            <pc:sldMk cId="1455420811" sldId="2143188431"/>
            <ac:spMk id="33" creationId="{35FF9204-BF83-43DE-A3B6-846D009F8E3E}"/>
          </ac:spMkLst>
        </pc:spChg>
        <pc:picChg chg="del">
          <ac:chgData name="최지이" userId="f44ca051-1fb9-4cdd-8676-31e323ee5099" providerId="ADAL" clId="{5F81EE52-DC57-407F-9E57-AC59667C2BBD}" dt="2023-12-15T08:40:15.181" v="80" actId="478"/>
          <ac:picMkLst>
            <pc:docMk/>
            <pc:sldMk cId="1455420811" sldId="2143188431"/>
            <ac:picMk id="4" creationId="{14CE81CB-9E09-ECA0-F7F4-7E79568B6AD9}"/>
          </ac:picMkLst>
        </pc:picChg>
        <pc:picChg chg="del">
          <ac:chgData name="최지이" userId="f44ca051-1fb9-4cdd-8676-31e323ee5099" providerId="ADAL" clId="{5F81EE52-DC57-407F-9E57-AC59667C2BBD}" dt="2023-12-15T08:40:10.513" v="74" actId="478"/>
          <ac:picMkLst>
            <pc:docMk/>
            <pc:sldMk cId="1455420811" sldId="2143188431"/>
            <ac:picMk id="5" creationId="{F4D112CD-722F-E79E-EB6A-752D67E70C14}"/>
          </ac:picMkLst>
        </pc:picChg>
        <pc:picChg chg="add mod">
          <ac:chgData name="최지이" userId="f44ca051-1fb9-4cdd-8676-31e323ee5099" providerId="ADAL" clId="{5F81EE52-DC57-407F-9E57-AC59667C2BBD}" dt="2023-12-15T08:49:32.175" v="810" actId="1037"/>
          <ac:picMkLst>
            <pc:docMk/>
            <pc:sldMk cId="1455420811" sldId="2143188431"/>
            <ac:picMk id="7" creationId="{BF23D6E6-6899-02EC-2B20-2D21D467B05B}"/>
          </ac:picMkLst>
        </pc:picChg>
        <pc:picChg chg="del">
          <ac:chgData name="최지이" userId="f44ca051-1fb9-4cdd-8676-31e323ee5099" providerId="ADAL" clId="{5F81EE52-DC57-407F-9E57-AC59667C2BBD}" dt="2023-12-15T08:40:15.595" v="81" actId="478"/>
          <ac:picMkLst>
            <pc:docMk/>
            <pc:sldMk cId="1455420811" sldId="2143188431"/>
            <ac:picMk id="13" creationId="{0EA91B64-66C9-4A95-37A6-AF9CCCDAD3CF}"/>
          </ac:picMkLst>
        </pc:picChg>
        <pc:picChg chg="del">
          <ac:chgData name="최지이" userId="f44ca051-1fb9-4cdd-8676-31e323ee5099" providerId="ADAL" clId="{5F81EE52-DC57-407F-9E57-AC59667C2BBD}" dt="2023-12-15T08:40:12.712" v="77" actId="478"/>
          <ac:picMkLst>
            <pc:docMk/>
            <pc:sldMk cId="1455420811" sldId="2143188431"/>
            <ac:picMk id="15" creationId="{CF3732BF-AB90-5B84-C2AD-ED0F03896134}"/>
          </ac:picMkLst>
        </pc:picChg>
        <pc:cxnChg chg="del mod">
          <ac:chgData name="최지이" userId="f44ca051-1fb9-4cdd-8676-31e323ee5099" providerId="ADAL" clId="{5F81EE52-DC57-407F-9E57-AC59667C2BBD}" dt="2023-12-15T08:40:12.174" v="76" actId="478"/>
          <ac:cxnSpMkLst>
            <pc:docMk/>
            <pc:sldMk cId="1455420811" sldId="2143188431"/>
            <ac:cxnSpMk id="12" creationId="{4B200AA5-68DF-803A-B3E3-E3EE51B6ED37}"/>
          </ac:cxnSpMkLst>
        </pc:cxnChg>
        <pc:cxnChg chg="del mod">
          <ac:chgData name="최지이" userId="f44ca051-1fb9-4cdd-8676-31e323ee5099" providerId="ADAL" clId="{5F81EE52-DC57-407F-9E57-AC59667C2BBD}" dt="2023-12-15T08:40:13.191" v="78" actId="478"/>
          <ac:cxnSpMkLst>
            <pc:docMk/>
            <pc:sldMk cId="1455420811" sldId="2143188431"/>
            <ac:cxnSpMk id="17" creationId="{D45A8844-0D1F-FA4A-FBDD-3DCA972CA443}"/>
          </ac:cxnSpMkLst>
        </pc:cxnChg>
      </pc:sldChg>
      <pc:sldChg chg="addSp delSp modSp add mod">
        <pc:chgData name="최지이" userId="f44ca051-1fb9-4cdd-8676-31e323ee5099" providerId="ADAL" clId="{5F81EE52-DC57-407F-9E57-AC59667C2BBD}" dt="2023-12-17T23:34:08.150" v="1091" actId="692"/>
        <pc:sldMkLst>
          <pc:docMk/>
          <pc:sldMk cId="296422612" sldId="2143188432"/>
        </pc:sldMkLst>
        <pc:spChg chg="mod">
          <ac:chgData name="최지이" userId="f44ca051-1fb9-4cdd-8676-31e323ee5099" providerId="ADAL" clId="{5F81EE52-DC57-407F-9E57-AC59667C2BBD}" dt="2023-12-15T08:51:08.763" v="856" actId="20577"/>
          <ac:spMkLst>
            <pc:docMk/>
            <pc:sldMk cId="296422612" sldId="2143188432"/>
            <ac:spMk id="3" creationId="{00000000-0000-0000-0000-000000000000}"/>
          </ac:spMkLst>
        </pc:spChg>
        <pc:spChg chg="add mod">
          <ac:chgData name="최지이" userId="f44ca051-1fb9-4cdd-8676-31e323ee5099" providerId="ADAL" clId="{5F81EE52-DC57-407F-9E57-AC59667C2BBD}" dt="2023-12-15T08:54:30.631" v="1008" actId="1035"/>
          <ac:spMkLst>
            <pc:docMk/>
            <pc:sldMk cId="296422612" sldId="2143188432"/>
            <ac:spMk id="5" creationId="{F437A085-4B30-04AD-B318-332F6E874AA9}"/>
          </ac:spMkLst>
        </pc:spChg>
        <pc:spChg chg="mod">
          <ac:chgData name="최지이" userId="f44ca051-1fb9-4cdd-8676-31e323ee5099" providerId="ADAL" clId="{5F81EE52-DC57-407F-9E57-AC59667C2BBD}" dt="2023-12-15T08:54:05.229" v="980"/>
          <ac:spMkLst>
            <pc:docMk/>
            <pc:sldMk cId="296422612" sldId="2143188432"/>
            <ac:spMk id="31" creationId="{5B9CB65E-64C0-448E-B1A7-BF9E443511CA}"/>
          </ac:spMkLst>
        </pc:spChg>
        <pc:picChg chg="add mod">
          <ac:chgData name="최지이" userId="f44ca051-1fb9-4cdd-8676-31e323ee5099" providerId="ADAL" clId="{5F81EE52-DC57-407F-9E57-AC59667C2BBD}" dt="2023-12-17T23:33:45.715" v="1086" actId="1076"/>
          <ac:picMkLst>
            <pc:docMk/>
            <pc:sldMk cId="296422612" sldId="2143188432"/>
            <ac:picMk id="2" creationId="{F95130CB-2769-5647-432D-01B382C9175B}"/>
          </ac:picMkLst>
        </pc:picChg>
        <pc:picChg chg="add mod">
          <ac:chgData name="최지이" userId="f44ca051-1fb9-4cdd-8676-31e323ee5099" providerId="ADAL" clId="{5F81EE52-DC57-407F-9E57-AC59667C2BBD}" dt="2023-12-15T08:54:21.342" v="1002" actId="1076"/>
          <ac:picMkLst>
            <pc:docMk/>
            <pc:sldMk cId="296422612" sldId="2143188432"/>
            <ac:picMk id="4" creationId="{08EDD633-90E7-73A1-B06E-6716B04B7F52}"/>
          </ac:picMkLst>
        </pc:picChg>
        <pc:picChg chg="del">
          <ac:chgData name="최지이" userId="f44ca051-1fb9-4cdd-8676-31e323ee5099" providerId="ADAL" clId="{5F81EE52-DC57-407F-9E57-AC59667C2BBD}" dt="2023-12-15T08:52:28.682" v="867" actId="478"/>
          <ac:picMkLst>
            <pc:docMk/>
            <pc:sldMk cId="296422612" sldId="2143188432"/>
            <ac:picMk id="7" creationId="{BF23D6E6-6899-02EC-2B20-2D21D467B05B}"/>
          </ac:picMkLst>
        </pc:picChg>
        <pc:cxnChg chg="add mod">
          <ac:chgData name="최지이" userId="f44ca051-1fb9-4cdd-8676-31e323ee5099" providerId="ADAL" clId="{5F81EE52-DC57-407F-9E57-AC59667C2BBD}" dt="2023-12-17T23:34:08.150" v="1091" actId="692"/>
          <ac:cxnSpMkLst>
            <pc:docMk/>
            <pc:sldMk cId="296422612" sldId="2143188432"/>
            <ac:cxnSpMk id="8" creationId="{B4008A3A-F44F-D645-157A-502941D70818}"/>
          </ac:cxnSpMkLst>
        </pc:cxnChg>
      </pc:sldChg>
      <pc:sldChg chg="addSp delSp modSp add mod setBg">
        <pc:chgData name="최지이" userId="f44ca051-1fb9-4cdd-8676-31e323ee5099" providerId="ADAL" clId="{5F81EE52-DC57-407F-9E57-AC59667C2BBD}" dt="2023-12-18T00:21:15.769" v="1630"/>
        <pc:sldMkLst>
          <pc:docMk/>
          <pc:sldMk cId="3387356051" sldId="2143188433"/>
        </pc:sldMkLst>
        <pc:spChg chg="mod">
          <ac:chgData name="최지이" userId="f44ca051-1fb9-4cdd-8676-31e323ee5099" providerId="ADAL" clId="{5F81EE52-DC57-407F-9E57-AC59667C2BBD}" dt="2023-12-18T00:21:15.769" v="1630"/>
          <ac:spMkLst>
            <pc:docMk/>
            <pc:sldMk cId="3387356051" sldId="2143188433"/>
            <ac:spMk id="3" creationId="{00000000-0000-0000-0000-000000000000}"/>
          </ac:spMkLst>
        </pc:spChg>
        <pc:picChg chg="add mod ord">
          <ac:chgData name="최지이" userId="f44ca051-1fb9-4cdd-8676-31e323ee5099" providerId="ADAL" clId="{5F81EE52-DC57-407F-9E57-AC59667C2BBD}" dt="2023-12-18T00:20:41.013" v="1611" actId="14100"/>
          <ac:picMkLst>
            <pc:docMk/>
            <pc:sldMk cId="3387356051" sldId="2143188433"/>
            <ac:picMk id="4" creationId="{072271E9-8020-AE86-8EE0-3C59CCCD546D}"/>
          </ac:picMkLst>
        </pc:picChg>
        <pc:picChg chg="mod">
          <ac:chgData name="최지이" userId="f44ca051-1fb9-4cdd-8676-31e323ee5099" providerId="ADAL" clId="{5F81EE52-DC57-407F-9E57-AC59667C2BBD}" dt="2023-12-18T00:20:58.592" v="1615" actId="14861"/>
          <ac:picMkLst>
            <pc:docMk/>
            <pc:sldMk cId="3387356051" sldId="2143188433"/>
            <ac:picMk id="5" creationId="{FB7E4DDB-F812-6A80-4CD1-B5DF3425A93B}"/>
          </ac:picMkLst>
        </pc:picChg>
        <pc:picChg chg="del">
          <ac:chgData name="최지이" userId="f44ca051-1fb9-4cdd-8676-31e323ee5099" providerId="ADAL" clId="{5F81EE52-DC57-407F-9E57-AC59667C2BBD}" dt="2023-12-18T00:20:01.028" v="1589" actId="478"/>
          <ac:picMkLst>
            <pc:docMk/>
            <pc:sldMk cId="3387356051" sldId="2143188433"/>
            <ac:picMk id="7" creationId="{9B8B0F10-F7DD-A604-C83C-2E1112C287DF}"/>
          </ac:picMkLst>
        </pc:picChg>
      </pc:sldChg>
    </pc:docChg>
  </pc:docChgLst>
  <pc:docChgLst>
    <pc:chgData name="김성열" userId="S::sy.kim@dexconsulting.net::a71fc2c8-0a53-45b5-9a87-8b4c18747f78" providerId="AD" clId="Web-{7DCB80C7-2718-C8AE-C398-591A9838A62A}"/>
    <pc:docChg chg="addSld delSld modSld">
      <pc:chgData name="김성열" userId="S::sy.kim@dexconsulting.net::a71fc2c8-0a53-45b5-9a87-8b4c18747f78" providerId="AD" clId="Web-{7DCB80C7-2718-C8AE-C398-591A9838A62A}" dt="2023-12-29T03:14:46.730" v="331"/>
      <pc:docMkLst>
        <pc:docMk/>
      </pc:docMkLst>
      <pc:sldChg chg="addSp delSp modSp add del">
        <pc:chgData name="김성열" userId="S::sy.kim@dexconsulting.net::a71fc2c8-0a53-45b5-9a87-8b4c18747f78" providerId="AD" clId="Web-{7DCB80C7-2718-C8AE-C398-591A9838A62A}" dt="2023-12-29T03:13:55.274" v="329"/>
        <pc:sldMkLst>
          <pc:docMk/>
          <pc:sldMk cId="3236957149" sldId="2143188426"/>
        </pc:sldMkLst>
        <pc:spChg chg="mod">
          <ac:chgData name="김성열" userId="S::sy.kim@dexconsulting.net::a71fc2c8-0a53-45b5-9a87-8b4c18747f78" providerId="AD" clId="Web-{7DCB80C7-2718-C8AE-C398-591A9838A62A}" dt="2023-12-29T02:42:31.331" v="21" actId="20577"/>
          <ac:spMkLst>
            <pc:docMk/>
            <pc:sldMk cId="3236957149" sldId="2143188426"/>
            <ac:spMk id="3" creationId="{00000000-0000-0000-0000-000000000000}"/>
          </ac:spMkLst>
        </pc:spChg>
        <pc:spChg chg="add del">
          <ac:chgData name="김성열" userId="S::sy.kim@dexconsulting.net::a71fc2c8-0a53-45b5-9a87-8b4c18747f78" providerId="AD" clId="Web-{7DCB80C7-2718-C8AE-C398-591A9838A62A}" dt="2023-12-29T02:42:45.785" v="22"/>
          <ac:spMkLst>
            <pc:docMk/>
            <pc:sldMk cId="3236957149" sldId="2143188426"/>
            <ac:spMk id="8" creationId="{8E81A369-99FE-A5D6-80A5-855C9AC97D6D}"/>
          </ac:spMkLst>
        </pc:spChg>
        <pc:spChg chg="del">
          <ac:chgData name="김성열" userId="S::sy.kim@dexconsulting.net::a71fc2c8-0a53-45b5-9a87-8b4c18747f78" providerId="AD" clId="Web-{7DCB80C7-2718-C8AE-C398-591A9838A62A}" dt="2023-12-29T02:34:01.343" v="6"/>
          <ac:spMkLst>
            <pc:docMk/>
            <pc:sldMk cId="3236957149" sldId="2143188426"/>
            <ac:spMk id="9" creationId="{B34FCC20-4B57-049A-E4B4-527EDF05D302}"/>
          </ac:spMkLst>
        </pc:spChg>
        <pc:spChg chg="del">
          <ac:chgData name="김성열" userId="S::sy.kim@dexconsulting.net::a71fc2c8-0a53-45b5-9a87-8b4c18747f78" providerId="AD" clId="Web-{7DCB80C7-2718-C8AE-C398-591A9838A62A}" dt="2023-12-29T02:33:57.530" v="5"/>
          <ac:spMkLst>
            <pc:docMk/>
            <pc:sldMk cId="3236957149" sldId="2143188426"/>
            <ac:spMk id="10" creationId="{455BC6EA-D630-5670-22A0-7BC82A20DCAE}"/>
          </ac:spMkLst>
        </pc:spChg>
        <pc:spChg chg="add mod">
          <ac:chgData name="김성열" userId="S::sy.kim@dexconsulting.net::a71fc2c8-0a53-45b5-9a87-8b4c18747f78" providerId="AD" clId="Web-{7DCB80C7-2718-C8AE-C398-591A9838A62A}" dt="2023-12-29T02:48:32.325" v="88" actId="20577"/>
          <ac:spMkLst>
            <pc:docMk/>
            <pc:sldMk cId="3236957149" sldId="2143188426"/>
            <ac:spMk id="11" creationId="{FBC358F5-0919-41FC-AAE9-E6CE9A33814C}"/>
          </ac:spMkLst>
        </pc:spChg>
        <pc:spChg chg="del">
          <ac:chgData name="김성열" userId="S::sy.kim@dexconsulting.net::a71fc2c8-0a53-45b5-9a87-8b4c18747f78" providerId="AD" clId="Web-{7DCB80C7-2718-C8AE-C398-591A9838A62A}" dt="2023-12-29T02:33:45.888" v="2"/>
          <ac:spMkLst>
            <pc:docMk/>
            <pc:sldMk cId="3236957149" sldId="2143188426"/>
            <ac:spMk id="30" creationId="{88C00BE4-D174-4339-A5C4-588E02A220DB}"/>
          </ac:spMkLst>
        </pc:spChg>
        <pc:spChg chg="del">
          <ac:chgData name="김성열" userId="S::sy.kim@dexconsulting.net::a71fc2c8-0a53-45b5-9a87-8b4c18747f78" providerId="AD" clId="Web-{7DCB80C7-2718-C8AE-C398-591A9838A62A}" dt="2023-12-29T02:33:42.857" v="0"/>
          <ac:spMkLst>
            <pc:docMk/>
            <pc:sldMk cId="3236957149" sldId="2143188426"/>
            <ac:spMk id="33" creationId="{35FF9204-BF83-43DE-A3B6-846D009F8E3E}"/>
          </ac:spMkLst>
        </pc:spChg>
        <pc:grpChg chg="del">
          <ac:chgData name="김성열" userId="S::sy.kim@dexconsulting.net::a71fc2c8-0a53-45b5-9a87-8b4c18747f78" providerId="AD" clId="Web-{7DCB80C7-2718-C8AE-C398-591A9838A62A}" dt="2023-12-29T02:33:42.857" v="1"/>
          <ac:grpSpMkLst>
            <pc:docMk/>
            <pc:sldMk cId="3236957149" sldId="2143188426"/>
            <ac:grpSpMk id="6" creationId="{650EDCF3-6629-483B-A8C4-13E27362C503}"/>
          </ac:grpSpMkLst>
        </pc:grpChg>
        <pc:graphicFrameChg chg="add del mod">
          <ac:chgData name="김성열" userId="S::sy.kim@dexconsulting.net::a71fc2c8-0a53-45b5-9a87-8b4c18747f78" providerId="AD" clId="Web-{7DCB80C7-2718-C8AE-C398-591A9838A62A}" dt="2023-12-29T02:35:12.894" v="18"/>
          <ac:graphicFrameMkLst>
            <pc:docMk/>
            <pc:sldMk cId="3236957149" sldId="2143188426"/>
            <ac:graphicFrameMk id="5" creationId="{69140385-3997-162F-35BA-E269C8B906C5}"/>
          </ac:graphicFrameMkLst>
        </pc:graphicFrameChg>
        <pc:picChg chg="del">
          <ac:chgData name="김성열" userId="S::sy.kim@dexconsulting.net::a71fc2c8-0a53-45b5-9a87-8b4c18747f78" providerId="AD" clId="Web-{7DCB80C7-2718-C8AE-C398-591A9838A62A}" dt="2023-12-29T02:33:50.592" v="3"/>
          <ac:picMkLst>
            <pc:docMk/>
            <pc:sldMk cId="3236957149" sldId="2143188426"/>
            <ac:picMk id="4" creationId="{5817EE76-3653-5A22-468E-BC798397D9BF}"/>
          </ac:picMkLst>
        </pc:picChg>
        <pc:picChg chg="del">
          <ac:chgData name="김성열" userId="S::sy.kim@dexconsulting.net::a71fc2c8-0a53-45b5-9a87-8b4c18747f78" providerId="AD" clId="Web-{7DCB80C7-2718-C8AE-C398-591A9838A62A}" dt="2023-12-29T02:33:54.076" v="4"/>
          <ac:picMkLst>
            <pc:docMk/>
            <pc:sldMk cId="3236957149" sldId="2143188426"/>
            <ac:picMk id="7" creationId="{3BF6D36C-07C5-4947-7ECE-35DE53F1C04A}"/>
          </ac:picMkLst>
        </pc:picChg>
      </pc:sldChg>
      <pc:sldChg chg="addSp delSp modSp new add del">
        <pc:chgData name="김성열" userId="S::sy.kim@dexconsulting.net::a71fc2c8-0a53-45b5-9a87-8b4c18747f78" providerId="AD" clId="Web-{7DCB80C7-2718-C8AE-C398-591A9838A62A}" dt="2023-12-29T03:14:46.730" v="331"/>
        <pc:sldMkLst>
          <pc:docMk/>
          <pc:sldMk cId="961980419" sldId="2143188427"/>
        </pc:sldMkLst>
        <pc:spChg chg="mod">
          <ac:chgData name="김성열" userId="S::sy.kim@dexconsulting.net::a71fc2c8-0a53-45b5-9a87-8b4c18747f78" providerId="AD" clId="Web-{7DCB80C7-2718-C8AE-C398-591A9838A62A}" dt="2023-12-29T03:09:56.398" v="319" actId="14100"/>
          <ac:spMkLst>
            <pc:docMk/>
            <pc:sldMk cId="961980419" sldId="2143188427"/>
            <ac:spMk id="2" creationId="{E616F0F7-609E-15B2-127A-9F5E250914BB}"/>
          </ac:spMkLst>
        </pc:spChg>
        <pc:spChg chg="mod">
          <ac:chgData name="김성열" userId="S::sy.kim@dexconsulting.net::a71fc2c8-0a53-45b5-9a87-8b4c18747f78" providerId="AD" clId="Web-{7DCB80C7-2718-C8AE-C398-591A9838A62A}" dt="2023-12-29T02:49:24.469" v="99" actId="20577"/>
          <ac:spMkLst>
            <pc:docMk/>
            <pc:sldMk cId="961980419" sldId="2143188427"/>
            <ac:spMk id="3" creationId="{413EC188-049E-A3C5-58E7-BC6493501DD8}"/>
          </ac:spMkLst>
        </pc:spChg>
        <pc:spChg chg="add mod">
          <ac:chgData name="김성열" userId="S::sy.kim@dexconsulting.net::a71fc2c8-0a53-45b5-9a87-8b4c18747f78" providerId="AD" clId="Web-{7DCB80C7-2718-C8AE-C398-591A9838A62A}" dt="2023-12-29T03:02:33.571" v="247" actId="14100"/>
          <ac:spMkLst>
            <pc:docMk/>
            <pc:sldMk cId="961980419" sldId="2143188427"/>
            <ac:spMk id="5" creationId="{6B54D3F0-4CE5-A672-15DD-E14BBED9C6D5}"/>
          </ac:spMkLst>
        </pc:spChg>
        <pc:spChg chg="add mod">
          <ac:chgData name="김성열" userId="S::sy.kim@dexconsulting.net::a71fc2c8-0a53-45b5-9a87-8b4c18747f78" providerId="AD" clId="Web-{7DCB80C7-2718-C8AE-C398-591A9838A62A}" dt="2023-12-29T03:11:06.512" v="324" actId="20577"/>
          <ac:spMkLst>
            <pc:docMk/>
            <pc:sldMk cId="961980419" sldId="2143188427"/>
            <ac:spMk id="8" creationId="{25315BB5-84D5-C097-03AC-EDAD7DA8D1B1}"/>
          </ac:spMkLst>
        </pc:spChg>
        <pc:spChg chg="add mod">
          <ac:chgData name="김성열" userId="S::sy.kim@dexconsulting.net::a71fc2c8-0a53-45b5-9a87-8b4c18747f78" providerId="AD" clId="Web-{7DCB80C7-2718-C8AE-C398-591A9838A62A}" dt="2023-12-29T03:02:33.555" v="245" actId="14100"/>
          <ac:spMkLst>
            <pc:docMk/>
            <pc:sldMk cId="961980419" sldId="2143188427"/>
            <ac:spMk id="9" creationId="{A1BA7A16-4C00-4C92-B55B-16054098EB86}"/>
          </ac:spMkLst>
        </pc:spChg>
        <pc:spChg chg="add del">
          <ac:chgData name="김성열" userId="S::sy.kim@dexconsulting.net::a71fc2c8-0a53-45b5-9a87-8b4c18747f78" providerId="AD" clId="Web-{7DCB80C7-2718-C8AE-C398-591A9838A62A}" dt="2023-12-29T03:01:56.615" v="242"/>
          <ac:spMkLst>
            <pc:docMk/>
            <pc:sldMk cId="961980419" sldId="2143188427"/>
            <ac:spMk id="10" creationId="{03B1AB85-5825-58A8-80BC-176E37F40985}"/>
          </ac:spMkLst>
        </pc:spChg>
        <pc:spChg chg="add del">
          <ac:chgData name="김성열" userId="S::sy.kim@dexconsulting.net::a71fc2c8-0a53-45b5-9a87-8b4c18747f78" providerId="AD" clId="Web-{7DCB80C7-2718-C8AE-C398-591A9838A62A}" dt="2023-12-29T03:02:00.396" v="243"/>
          <ac:spMkLst>
            <pc:docMk/>
            <pc:sldMk cId="961980419" sldId="2143188427"/>
            <ac:spMk id="11" creationId="{3B2E611B-A9E3-98AF-97CE-9BAD88503A4B}"/>
          </ac:spMkLst>
        </pc:spChg>
        <pc:spChg chg="add del">
          <ac:chgData name="김성열" userId="S::sy.kim@dexconsulting.net::a71fc2c8-0a53-45b5-9a87-8b4c18747f78" providerId="AD" clId="Web-{7DCB80C7-2718-C8AE-C398-591A9838A62A}" dt="2023-12-29T03:01:56.615" v="241"/>
          <ac:spMkLst>
            <pc:docMk/>
            <pc:sldMk cId="961980419" sldId="2143188427"/>
            <ac:spMk id="12" creationId="{A8E48556-A33D-D36C-2BF8-4BD630AC3768}"/>
          </ac:spMkLst>
        </pc:spChg>
        <pc:spChg chg="add del">
          <ac:chgData name="김성열" userId="S::sy.kim@dexconsulting.net::a71fc2c8-0a53-45b5-9a87-8b4c18747f78" providerId="AD" clId="Web-{7DCB80C7-2718-C8AE-C398-591A9838A62A}" dt="2023-12-29T03:01:56.615" v="240"/>
          <ac:spMkLst>
            <pc:docMk/>
            <pc:sldMk cId="961980419" sldId="2143188427"/>
            <ac:spMk id="13" creationId="{D4B54D3B-29B4-E691-235C-3C098F891FFB}"/>
          </ac:spMkLst>
        </pc:spChg>
        <pc:spChg chg="add">
          <ac:chgData name="김성열" userId="S::sy.kim@dexconsulting.net::a71fc2c8-0a53-45b5-9a87-8b4c18747f78" providerId="AD" clId="Web-{7DCB80C7-2718-C8AE-C398-591A9838A62A}" dt="2023-12-29T02:50:22.505" v="100"/>
          <ac:spMkLst>
            <pc:docMk/>
            <pc:sldMk cId="961980419" sldId="2143188427"/>
            <ac:spMk id="17" creationId="{241C9008-B25D-1691-3667-23DFC3F4D7BB}"/>
          </ac:spMkLst>
        </pc:spChg>
        <pc:spChg chg="add del">
          <ac:chgData name="김성열" userId="S::sy.kim@dexconsulting.net::a71fc2c8-0a53-45b5-9a87-8b4c18747f78" providerId="AD" clId="Web-{7DCB80C7-2718-C8AE-C398-591A9838A62A}" dt="2023-12-29T02:57:21.268" v="194"/>
          <ac:spMkLst>
            <pc:docMk/>
            <pc:sldMk cId="961980419" sldId="2143188427"/>
            <ac:spMk id="18" creationId="{08C60911-BB1C-988B-C3E8-857864B9FFD1}"/>
          </ac:spMkLst>
        </pc:spChg>
        <pc:spChg chg="add del">
          <ac:chgData name="김성열" userId="S::sy.kim@dexconsulting.net::a71fc2c8-0a53-45b5-9a87-8b4c18747f78" providerId="AD" clId="Web-{7DCB80C7-2718-C8AE-C398-591A9838A62A}" dt="2023-12-29T03:01:56.615" v="238"/>
          <ac:spMkLst>
            <pc:docMk/>
            <pc:sldMk cId="961980419" sldId="2143188427"/>
            <ac:spMk id="19" creationId="{007AD37A-FCFF-2E9A-CA22-1A9758DB421E}"/>
          </ac:spMkLst>
        </pc:spChg>
        <pc:spChg chg="add del">
          <ac:chgData name="김성열" userId="S::sy.kim@dexconsulting.net::a71fc2c8-0a53-45b5-9a87-8b4c18747f78" providerId="AD" clId="Web-{7DCB80C7-2718-C8AE-C398-591A9838A62A}" dt="2023-12-29T03:01:56.615" v="237"/>
          <ac:spMkLst>
            <pc:docMk/>
            <pc:sldMk cId="961980419" sldId="2143188427"/>
            <ac:spMk id="20" creationId="{8A6FBB93-6AFE-158C-36A3-D8AF431D7769}"/>
          </ac:spMkLst>
        </pc:spChg>
        <pc:spChg chg="add">
          <ac:chgData name="김성열" userId="S::sy.kim@dexconsulting.net::a71fc2c8-0a53-45b5-9a87-8b4c18747f78" providerId="AD" clId="Web-{7DCB80C7-2718-C8AE-C398-591A9838A62A}" dt="2023-12-29T02:50:22.505" v="100"/>
          <ac:spMkLst>
            <pc:docMk/>
            <pc:sldMk cId="961980419" sldId="2143188427"/>
            <ac:spMk id="21" creationId="{3468461E-F0F1-CF35-6643-D8F1FDF55DE4}"/>
          </ac:spMkLst>
        </pc:spChg>
        <pc:spChg chg="add">
          <ac:chgData name="김성열" userId="S::sy.kim@dexconsulting.net::a71fc2c8-0a53-45b5-9a87-8b4c18747f78" providerId="AD" clId="Web-{7DCB80C7-2718-C8AE-C398-591A9838A62A}" dt="2023-12-29T02:50:22.505" v="100"/>
          <ac:spMkLst>
            <pc:docMk/>
            <pc:sldMk cId="961980419" sldId="2143188427"/>
            <ac:spMk id="22" creationId="{A6B82561-DD42-D2DD-736A-19060F0C0667}"/>
          </ac:spMkLst>
        </pc:spChg>
        <pc:spChg chg="add">
          <ac:chgData name="김성열" userId="S::sy.kim@dexconsulting.net::a71fc2c8-0a53-45b5-9a87-8b4c18747f78" providerId="AD" clId="Web-{7DCB80C7-2718-C8AE-C398-591A9838A62A}" dt="2023-12-29T02:50:22.505" v="100"/>
          <ac:spMkLst>
            <pc:docMk/>
            <pc:sldMk cId="961980419" sldId="2143188427"/>
            <ac:spMk id="23" creationId="{18F45B71-45E9-6AF5-B275-2E4887F8F1FB}"/>
          </ac:spMkLst>
        </pc:spChg>
        <pc:spChg chg="add">
          <ac:chgData name="김성열" userId="S::sy.kim@dexconsulting.net::a71fc2c8-0a53-45b5-9a87-8b4c18747f78" providerId="AD" clId="Web-{7DCB80C7-2718-C8AE-C398-591A9838A62A}" dt="2023-12-29T02:50:22.505" v="100"/>
          <ac:spMkLst>
            <pc:docMk/>
            <pc:sldMk cId="961980419" sldId="2143188427"/>
            <ac:spMk id="24" creationId="{51031333-7350-3DBB-89C3-A83BA27C1BD9}"/>
          </ac:spMkLst>
        </pc:spChg>
        <pc:spChg chg="add mod">
          <ac:chgData name="김성열" userId="S::sy.kim@dexconsulting.net::a71fc2c8-0a53-45b5-9a87-8b4c18747f78" providerId="AD" clId="Web-{7DCB80C7-2718-C8AE-C398-591A9838A62A}" dt="2023-12-29T03:03:00.057" v="260" actId="1076"/>
          <ac:spMkLst>
            <pc:docMk/>
            <pc:sldMk cId="961980419" sldId="2143188427"/>
            <ac:spMk id="25" creationId="{38941FA4-1454-F12F-10B6-776D9E0CE0C0}"/>
          </ac:spMkLst>
        </pc:spChg>
        <pc:spChg chg="add mod">
          <ac:chgData name="김성열" userId="S::sy.kim@dexconsulting.net::a71fc2c8-0a53-45b5-9a87-8b4c18747f78" providerId="AD" clId="Web-{7DCB80C7-2718-C8AE-C398-591A9838A62A}" dt="2023-12-29T03:06:15.883" v="273" actId="20577"/>
          <ac:spMkLst>
            <pc:docMk/>
            <pc:sldMk cId="961980419" sldId="2143188427"/>
            <ac:spMk id="26" creationId="{5B0AED56-2045-73B2-77A0-4F84E8230B79}"/>
          </ac:spMkLst>
        </pc:spChg>
        <pc:spChg chg="add mod">
          <ac:chgData name="김성열" userId="S::sy.kim@dexconsulting.net::a71fc2c8-0a53-45b5-9a87-8b4c18747f78" providerId="AD" clId="Web-{7DCB80C7-2718-C8AE-C398-591A9838A62A}" dt="2023-12-29T03:07:23.716" v="280" actId="1076"/>
          <ac:spMkLst>
            <pc:docMk/>
            <pc:sldMk cId="961980419" sldId="2143188427"/>
            <ac:spMk id="28" creationId="{F1BDD2CC-BADA-BD13-1834-B257725B3270}"/>
          </ac:spMkLst>
        </pc:spChg>
        <pc:spChg chg="add mod">
          <ac:chgData name="김성열" userId="S::sy.kim@dexconsulting.net::a71fc2c8-0a53-45b5-9a87-8b4c18747f78" providerId="AD" clId="Web-{7DCB80C7-2718-C8AE-C398-591A9838A62A}" dt="2023-12-29T03:09:41.522" v="318" actId="20577"/>
          <ac:spMkLst>
            <pc:docMk/>
            <pc:sldMk cId="961980419" sldId="2143188427"/>
            <ac:spMk id="29" creationId="{6F60268D-2272-BEFE-D84D-D379D1FF2626}"/>
          </ac:spMkLst>
        </pc:spChg>
        <pc:grpChg chg="add">
          <ac:chgData name="김성열" userId="S::sy.kim@dexconsulting.net::a71fc2c8-0a53-45b5-9a87-8b4c18747f78" providerId="AD" clId="Web-{7DCB80C7-2718-C8AE-C398-591A9838A62A}" dt="2023-12-29T02:50:22.505" v="100"/>
          <ac:grpSpMkLst>
            <pc:docMk/>
            <pc:sldMk cId="961980419" sldId="2143188427"/>
            <ac:grpSpMk id="6" creationId="{5E91668E-73DF-98A6-B9B0-09EF7AB19C75}"/>
          </ac:grpSpMkLst>
        </pc:grpChg>
        <pc:cxnChg chg="add">
          <ac:chgData name="김성열" userId="S::sy.kim@dexconsulting.net::a71fc2c8-0a53-45b5-9a87-8b4c18747f78" providerId="AD" clId="Web-{7DCB80C7-2718-C8AE-C398-591A9838A62A}" dt="2023-12-29T02:50:22.505" v="100"/>
          <ac:cxnSpMkLst>
            <pc:docMk/>
            <pc:sldMk cId="961980419" sldId="2143188427"/>
            <ac:cxnSpMk id="7" creationId="{CE2A3CFA-D5AC-17A1-472A-79D079EF3320}"/>
          </ac:cxnSpMkLst>
        </pc:cxnChg>
        <pc:cxnChg chg="add mod">
          <ac:chgData name="김성열" userId="S::sy.kim@dexconsulting.net::a71fc2c8-0a53-45b5-9a87-8b4c18747f78" providerId="AD" clId="Web-{7DCB80C7-2718-C8AE-C398-591A9838A62A}" dt="2023-12-29T03:02:33.571" v="246" actId="14100"/>
          <ac:cxnSpMkLst>
            <pc:docMk/>
            <pc:sldMk cId="961980419" sldId="2143188427"/>
            <ac:cxnSpMk id="14" creationId="{C6CC633C-BA26-5C1C-7FB5-1D9040FE1E73}"/>
          </ac:cxnSpMkLst>
        </pc:cxnChg>
        <pc:cxnChg chg="add del">
          <ac:chgData name="김성열" userId="S::sy.kim@dexconsulting.net::a71fc2c8-0a53-45b5-9a87-8b4c18747f78" providerId="AD" clId="Web-{7DCB80C7-2718-C8AE-C398-591A9838A62A}" dt="2023-12-29T03:01:56.615" v="239"/>
          <ac:cxnSpMkLst>
            <pc:docMk/>
            <pc:sldMk cId="961980419" sldId="2143188427"/>
            <ac:cxnSpMk id="15" creationId="{178BD50D-B24C-A28B-CA31-0135B62E933E}"/>
          </ac:cxnSpMkLst>
        </pc:cxnChg>
        <pc:cxnChg chg="add">
          <ac:chgData name="김성열" userId="S::sy.kim@dexconsulting.net::a71fc2c8-0a53-45b5-9a87-8b4c18747f78" providerId="AD" clId="Web-{7DCB80C7-2718-C8AE-C398-591A9838A62A}" dt="2023-12-29T02:50:22.505" v="100"/>
          <ac:cxnSpMkLst>
            <pc:docMk/>
            <pc:sldMk cId="961980419" sldId="2143188427"/>
            <ac:cxnSpMk id="16" creationId="{868097B4-E106-4042-C726-B9C725EBA3CC}"/>
          </ac:cxnSpMkLst>
        </pc:cxnChg>
        <pc:cxnChg chg="add mod">
          <ac:chgData name="김성열" userId="S::sy.kim@dexconsulting.net::a71fc2c8-0a53-45b5-9a87-8b4c18747f78" providerId="AD" clId="Web-{7DCB80C7-2718-C8AE-C398-591A9838A62A}" dt="2023-12-29T03:03:00.088" v="262" actId="1076"/>
          <ac:cxnSpMkLst>
            <pc:docMk/>
            <pc:sldMk cId="961980419" sldId="2143188427"/>
            <ac:cxnSpMk id="27" creationId="{2966D30A-AD6E-A330-0428-DD42E54175E9}"/>
          </ac:cxnSpMkLst>
        </pc:cxnChg>
        <pc:cxnChg chg="add mod">
          <ac:chgData name="김성열" userId="S::sy.kim@dexconsulting.net::a71fc2c8-0a53-45b5-9a87-8b4c18747f78" providerId="AD" clId="Web-{7DCB80C7-2718-C8AE-C398-591A9838A62A}" dt="2023-12-29T03:07:23.747" v="282" actId="1076"/>
          <ac:cxnSpMkLst>
            <pc:docMk/>
            <pc:sldMk cId="961980419" sldId="2143188427"/>
            <ac:cxnSpMk id="30" creationId="{00F41A8E-65D5-071E-5410-2E4C91E0E30D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78C87CA-DC5B-2A46-B67F-C3B201380C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BC4F60-4050-8B49-8D83-DB0BB06520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48BFD-2052-714C-8E5A-05DE8C4523DB}" type="datetimeFigureOut">
              <a:rPr lang="en-US" altLang="x-none" smtClean="0"/>
              <a:t>1/8/2024</a:t>
            </a:fld>
            <a:endParaRPr lang="x-none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069E35-5769-7047-B4B8-9A0C6C7A9B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B72675-AA79-D44F-8097-71C911776F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7F023-877F-2E4B-BDCF-733EA787452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8792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body" sz="quarter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467397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914375" latinLnBrk="0">
      <a:defRPr sz="1200">
        <a:latin typeface="+mn-lt"/>
        <a:ea typeface="+mn-ea"/>
        <a:cs typeface="+mn-cs"/>
        <a:sym typeface="맑은 고딕"/>
      </a:defRPr>
    </a:lvl1pPr>
    <a:lvl2pPr indent="228600" defTabSz="914375" latinLnBrk="0">
      <a:defRPr sz="1200">
        <a:latin typeface="+mn-lt"/>
        <a:ea typeface="+mn-ea"/>
        <a:cs typeface="+mn-cs"/>
        <a:sym typeface="맑은 고딕"/>
      </a:defRPr>
    </a:lvl2pPr>
    <a:lvl3pPr indent="457200" defTabSz="914375" latinLnBrk="0">
      <a:defRPr sz="1200">
        <a:latin typeface="+mn-lt"/>
        <a:ea typeface="+mn-ea"/>
        <a:cs typeface="+mn-cs"/>
        <a:sym typeface="맑은 고딕"/>
      </a:defRPr>
    </a:lvl3pPr>
    <a:lvl4pPr indent="685800" defTabSz="914375" latinLnBrk="0">
      <a:defRPr sz="1200">
        <a:latin typeface="+mn-lt"/>
        <a:ea typeface="+mn-ea"/>
        <a:cs typeface="+mn-cs"/>
        <a:sym typeface="맑은 고딕"/>
      </a:defRPr>
    </a:lvl4pPr>
    <a:lvl5pPr indent="914400" defTabSz="914375" latinLnBrk="0">
      <a:defRPr sz="1200">
        <a:latin typeface="+mn-lt"/>
        <a:ea typeface="+mn-ea"/>
        <a:cs typeface="+mn-cs"/>
        <a:sym typeface="맑은 고딕"/>
      </a:defRPr>
    </a:lvl5pPr>
    <a:lvl6pPr indent="1143000" defTabSz="914375" latinLnBrk="0">
      <a:defRPr sz="1200">
        <a:latin typeface="+mn-lt"/>
        <a:ea typeface="+mn-ea"/>
        <a:cs typeface="+mn-cs"/>
        <a:sym typeface="맑은 고딕"/>
      </a:defRPr>
    </a:lvl6pPr>
    <a:lvl7pPr indent="1371600" defTabSz="914375" latinLnBrk="0">
      <a:defRPr sz="1200">
        <a:latin typeface="+mn-lt"/>
        <a:ea typeface="+mn-ea"/>
        <a:cs typeface="+mn-cs"/>
        <a:sym typeface="맑은 고딕"/>
      </a:defRPr>
    </a:lvl7pPr>
    <a:lvl8pPr indent="1600200" defTabSz="914375" latinLnBrk="0">
      <a:defRPr sz="1200">
        <a:latin typeface="+mn-lt"/>
        <a:ea typeface="+mn-ea"/>
        <a:cs typeface="+mn-cs"/>
        <a:sym typeface="맑은 고딕"/>
      </a:defRPr>
    </a:lvl8pPr>
    <a:lvl9pPr indent="1828800" defTabSz="914375" latinLnBrk="0">
      <a:defRPr sz="1200">
        <a:latin typeface="+mn-lt"/>
        <a:ea typeface="+mn-ea"/>
        <a:cs typeface="+mn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278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745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156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953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377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958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566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790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62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마스터_대내제안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5B3DD894-62CC-4A35-ACD5-07DF11CE3744}"/>
              </a:ext>
            </a:extLst>
          </p:cNvPr>
          <p:cNvSpPr/>
          <p:nvPr userDrawn="1"/>
        </p:nvSpPr>
        <p:spPr>
          <a:xfrm>
            <a:off x="-10226" y="859454"/>
            <a:ext cx="9916227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27">
              <a:solidFill>
                <a:schemeClr val="tx1"/>
              </a:solidFill>
            </a:endParaRPr>
          </a:p>
        </p:txBody>
      </p:sp>
      <p:sp>
        <p:nvSpPr>
          <p:cNvPr id="9" name="제목 개체 틀 1">
            <a:extLst>
              <a:ext uri="{FF2B5EF4-FFF2-40B4-BE49-F238E27FC236}">
                <a16:creationId xmlns:a16="http://schemas.microsoft.com/office/drawing/2014/main" id="{B1626DB4-468C-4969-BBCD-3AA337FFF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002" y="106461"/>
            <a:ext cx="9104520" cy="737141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rmAutofit/>
          </a:bodyPr>
          <a:lstStyle>
            <a:lvl1pPr marL="0" indent="0">
              <a:buFontTx/>
              <a:buNone/>
              <a:defRPr sz="1950" b="1" spc="-59" baseline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2824642F-4812-4A2B-BB0B-2332E2935D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9111" y="1137751"/>
            <a:ext cx="9036412" cy="82935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defRPr lang="ko-KR" altLang="en-US" sz="1300" b="1" kern="1200" spc="-59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210580" marR="0" lvl="0" indent="-210580" defTabSz="673856" eaLnBrk="0" fontAlgn="base" latinLnBrk="0" hangingPunct="0">
              <a:lnSpc>
                <a:spcPct val="11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18878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72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640">
          <p15:clr>
            <a:srgbClr val="FBAE40"/>
          </p15:clr>
        </p15:guide>
        <p15:guide id="7" orient="horz" pos="7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759758"/>
            <a:ext cx="7429500" cy="750205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30008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B009A-05F9-4217-91B8-E467548CEB16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E7B0-808F-40E1-B4A8-2AC86EACB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59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2500" y="753382"/>
            <a:ext cx="9181020" cy="1019435"/>
          </a:xfrm>
          <a:prstGeom prst="rect">
            <a:avLst/>
          </a:prstGeom>
        </p:spPr>
        <p:txBody>
          <a:bodyPr lIns="0" rIns="0" anchor="t" anchorCtr="0">
            <a:normAutofit/>
          </a:bodyPr>
          <a:lstStyle>
            <a:lvl1pPr marL="0" indent="0">
              <a:lnSpc>
                <a:spcPct val="110000"/>
              </a:lnSpc>
              <a:spcAft>
                <a:spcPts val="4200"/>
              </a:spcAft>
              <a:buNone/>
              <a:defRPr sz="2000" b="1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18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4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2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1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0388" y="116634"/>
            <a:ext cx="8856662" cy="469925"/>
          </a:xfrm>
        </p:spPr>
        <p:txBody>
          <a:bodyPr lIns="0" anchor="ctr" anchorCtr="0">
            <a:normAutofit/>
          </a:bodyPr>
          <a:lstStyle>
            <a:lvl1pPr algn="l">
              <a:lnSpc>
                <a:spcPct val="130000"/>
              </a:lnSpc>
              <a:defRPr sz="2200" b="1" cap="none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2" name="Line 115"/>
          <p:cNvSpPr>
            <a:spLocks noChangeShapeType="1"/>
          </p:cNvSpPr>
          <p:nvPr/>
        </p:nvSpPr>
        <p:spPr bwMode="auto">
          <a:xfrm flipH="1">
            <a:off x="0" y="656692"/>
            <a:ext cx="9906000" cy="0"/>
          </a:xfrm>
          <a:prstGeom prst="line">
            <a:avLst/>
          </a:prstGeom>
          <a:ln w="38100">
            <a:solidFill>
              <a:srgbClr val="C00000"/>
            </a:solidFill>
            <a:headEnd/>
            <a:tailE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lIns="91438" tIns="45719" rIns="91438" bIns="45719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9"/>
          <p:cNvSpPr txBox="1">
            <a:spLocks/>
          </p:cNvSpPr>
          <p:nvPr userDrawn="1"/>
        </p:nvSpPr>
        <p:spPr>
          <a:xfrm>
            <a:off x="4880993" y="6633126"/>
            <a:ext cx="306387" cy="14424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375" rtl="0" eaLnBrk="1" latinLnBrk="1" hangingPunct="1">
              <a:lnSpc>
                <a:spcPts val="1128"/>
              </a:lnSpc>
              <a:defRPr sz="1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187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5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2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8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6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3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11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8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F73DEC5-E5E5-40D3-8806-2E9D3C061194}" type="slidenum">
              <a:rPr lang="en-US" smtClean="0">
                <a:cs typeface="Arial" charset="0"/>
              </a:rPr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cs typeface="Arial" charset="0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6753201" y="205402"/>
            <a:ext cx="2771800" cy="276999"/>
          </a:xfrm>
          <a:prstGeom prst="rect">
            <a:avLst/>
          </a:prstGeom>
        </p:spPr>
        <p:txBody>
          <a:bodyPr anchor="ctr"/>
          <a:lstStyle>
            <a:lvl1pPr algn="r"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7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6497" y="692697"/>
            <a:ext cx="907357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err="1"/>
              <a:t>ㄴㄴ</a:t>
            </a:r>
            <a:endParaRPr lang="ko-KR" altLang="en-US"/>
          </a:p>
        </p:txBody>
      </p:sp>
      <p:sp>
        <p:nvSpPr>
          <p:cNvPr id="1028" name="Rectangle 11"/>
          <p:cNvSpPr>
            <a:spLocks noGrp="1" noChangeArrowheads="1"/>
          </p:cNvSpPr>
          <p:nvPr>
            <p:ph type="title"/>
          </p:nvPr>
        </p:nvSpPr>
        <p:spPr bwMode="gray">
          <a:xfrm>
            <a:off x="416496" y="254839"/>
            <a:ext cx="907300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2961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7" r:id="rId3"/>
    <p:sldLayoutId id="2147483728" r:id="rId4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5pPr>
      <a:lvl6pPr marL="447663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6pPr>
      <a:lvl7pPr marL="895327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7pPr>
      <a:lvl8pPr marL="1342990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8pPr>
      <a:lvl9pPr marL="1790653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defRPr sz="1763" b="1">
          <a:solidFill>
            <a:schemeClr val="tx1"/>
          </a:solidFill>
          <a:latin typeface="+mn-lt"/>
          <a:ea typeface="+mn-ea"/>
          <a:cs typeface="+mn-cs"/>
        </a:defRPr>
      </a:lvl1pPr>
      <a:lvl2pPr marL="247148" indent="200517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2742">
          <a:solidFill>
            <a:schemeClr val="tx1"/>
          </a:solidFill>
          <a:latin typeface="+mn-ea"/>
          <a:ea typeface="+mn-ea"/>
        </a:defRPr>
      </a:lvl2pPr>
      <a:lvl3pPr marL="671495" indent="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2350">
          <a:solidFill>
            <a:schemeClr val="tx1"/>
          </a:solidFill>
          <a:latin typeface="+mn-ea"/>
          <a:ea typeface="+mn-ea"/>
        </a:defRPr>
      </a:lvl3pPr>
      <a:lvl4pPr marL="1119158" indent="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1959">
          <a:solidFill>
            <a:schemeClr val="tx1"/>
          </a:solidFill>
          <a:latin typeface="+mn-ea"/>
          <a:ea typeface="+mn-ea"/>
        </a:defRPr>
      </a:lvl4pPr>
      <a:lvl5pPr marL="1566821" indent="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1959">
          <a:solidFill>
            <a:schemeClr val="tx1"/>
          </a:solidFill>
          <a:latin typeface="+mn-ea"/>
          <a:ea typeface="+mn-ea"/>
        </a:defRPr>
      </a:lvl5pPr>
      <a:lvl6pPr marL="2014485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6pPr>
      <a:lvl7pPr marL="2462148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7pPr>
      <a:lvl8pPr marL="2909811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8pPr>
      <a:lvl9pPr marL="3357475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9pPr>
    </p:bodyStyle>
    <p:otherStyle>
      <a:defPPr>
        <a:defRPr lang="ko-KR"/>
      </a:defPPr>
      <a:lvl1pPr marL="0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1pPr>
      <a:lvl2pPr marL="447663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2pPr>
      <a:lvl3pPr marL="895327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3pPr>
      <a:lvl4pPr marL="1342990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4pPr>
      <a:lvl5pPr marL="1790653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5pPr>
      <a:lvl6pPr marL="2238316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6pPr>
      <a:lvl7pPr marL="2685980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7pPr>
      <a:lvl8pPr marL="3133643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8pPr>
      <a:lvl9pPr marL="3581306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계획하는, 공책, 그래프의 무료 스톡 사진">
            <a:extLst>
              <a:ext uri="{FF2B5EF4-FFF2-40B4-BE49-F238E27FC236}">
                <a16:creationId xmlns:a16="http://schemas.microsoft.com/office/drawing/2014/main" id="{4DAADD14-FA24-6204-A805-DBDEA3AEF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34000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4B0983A-0CA1-4441-B7B5-5B2E44910C37}"/>
              </a:ext>
            </a:extLst>
          </p:cNvPr>
          <p:cNvSpPr/>
          <p:nvPr/>
        </p:nvSpPr>
        <p:spPr bwMode="auto">
          <a:xfrm>
            <a:off x="342907" y="1736725"/>
            <a:ext cx="5334000" cy="3102795"/>
          </a:xfrm>
          <a:prstGeom prst="rect">
            <a:avLst/>
          </a:prstGeom>
          <a:solidFill>
            <a:schemeClr val="tx2">
              <a:alpha val="42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ore-KR" altLang="en-US" sz="12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288091-60DA-034C-9E9E-1FDFB7D0EBA4}"/>
              </a:ext>
            </a:extLst>
          </p:cNvPr>
          <p:cNvSpPr/>
          <p:nvPr/>
        </p:nvSpPr>
        <p:spPr bwMode="auto">
          <a:xfrm>
            <a:off x="0" y="2137234"/>
            <a:ext cx="5334000" cy="3102795"/>
          </a:xfrm>
          <a:prstGeom prst="rect">
            <a:avLst/>
          </a:prstGeom>
          <a:solidFill>
            <a:schemeClr val="accent1">
              <a:alpha val="42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ore-KR" altLang="en-US" sz="1200" b="0" i="0" u="none" strike="noStrike" cap="none" normalizeH="0" baseline="0">
              <a:ln>
                <a:noFill/>
              </a:ln>
              <a:effectLst/>
              <a:highlight>
                <a:srgbClr val="000080"/>
              </a:highlight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FB119A-3B9E-9348-BC28-8FFEAEA5F1BC}"/>
              </a:ext>
            </a:extLst>
          </p:cNvPr>
          <p:cNvSpPr txBox="1"/>
          <p:nvPr/>
        </p:nvSpPr>
        <p:spPr>
          <a:xfrm>
            <a:off x="-806315" y="3087036"/>
            <a:ext cx="184731" cy="3436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sz="1633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E18ABBA-707F-471E-913F-A91B5CC5D1C6}"/>
              </a:ext>
            </a:extLst>
          </p:cNvPr>
          <p:cNvGrpSpPr/>
          <p:nvPr/>
        </p:nvGrpSpPr>
        <p:grpSpPr>
          <a:xfrm>
            <a:off x="708448" y="2502983"/>
            <a:ext cx="4314762" cy="1744067"/>
            <a:chOff x="2323575" y="5261751"/>
            <a:chExt cx="9505928" cy="192291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68A5FEB-EC59-4C73-9B3A-07D4573122F0}"/>
                </a:ext>
              </a:extLst>
            </p:cNvPr>
            <p:cNvSpPr txBox="1"/>
            <p:nvPr/>
          </p:nvSpPr>
          <p:spPr>
            <a:xfrm>
              <a:off x="8655727" y="5431912"/>
              <a:ext cx="1983295" cy="30780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1043056" latinLnBrk="0">
                <a:spcAft>
                  <a:spcPts val="800"/>
                </a:spcAft>
                <a:defRPr sz="28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현대하모니 B" panose="02020603020101020101" pitchFamily="18" charset="-127"/>
                  <a:ea typeface="현대하모니 B" panose="02020603020101020101" pitchFamily="18" charset="-127"/>
                </a:defRPr>
              </a:lvl1pPr>
              <a:lvl2pPr marL="521528" defTabSz="1043056">
                <a:defRPr sz="2100"/>
              </a:lvl2pPr>
              <a:lvl3pPr marL="1043056" defTabSz="1043056">
                <a:defRPr sz="2100"/>
              </a:lvl3pPr>
              <a:lvl4pPr marL="1564584" defTabSz="1043056">
                <a:defRPr sz="2100"/>
              </a:lvl4pPr>
              <a:lvl5pPr marL="2086112" defTabSz="1043056">
                <a:defRPr sz="2100"/>
              </a:lvl5pPr>
              <a:lvl6pPr marL="2607640" defTabSz="1043056">
                <a:defRPr sz="2100"/>
              </a:lvl6pPr>
              <a:lvl7pPr marL="3129168" defTabSz="1043056">
                <a:defRPr sz="2100"/>
              </a:lvl7pPr>
              <a:lvl8pPr marL="3650696" defTabSz="1043056">
                <a:defRPr sz="2100"/>
              </a:lvl8pPr>
              <a:lvl9pPr marL="4172224" defTabSz="1043056">
                <a:defRPr sz="2100"/>
              </a:lvl9pPr>
            </a:lstStyle>
            <a:p>
              <a:pPr algn="ctr"/>
              <a:endParaRPr lang="ko-KR" altLang="en-US" sz="1814" b="1" spc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8A5FEB-EC59-4C73-9B3A-07D4573122F0}"/>
                </a:ext>
              </a:extLst>
            </p:cNvPr>
            <p:cNvSpPr txBox="1"/>
            <p:nvPr/>
          </p:nvSpPr>
          <p:spPr>
            <a:xfrm>
              <a:off x="2323575" y="5261751"/>
              <a:ext cx="9505928" cy="1922916"/>
            </a:xfrm>
            <a:prstGeom prst="rect">
              <a:avLst/>
            </a:prstGeom>
            <a:effectLst/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1043056" latinLnBrk="0">
                <a:spcAft>
                  <a:spcPts val="800"/>
                </a:spcAft>
                <a:defRPr sz="28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현대하모니 B" panose="02020603020101020101" pitchFamily="18" charset="-127"/>
                  <a:ea typeface="현대하모니 B" panose="02020603020101020101" pitchFamily="18" charset="-127"/>
                </a:defRPr>
              </a:lvl1pPr>
              <a:lvl2pPr marL="521528" defTabSz="1043056">
                <a:defRPr sz="2100"/>
              </a:lvl2pPr>
              <a:lvl3pPr marL="1043056" defTabSz="1043056">
                <a:defRPr sz="2100"/>
              </a:lvl3pPr>
              <a:lvl4pPr marL="1564584" defTabSz="1043056">
                <a:defRPr sz="2100"/>
              </a:lvl4pPr>
              <a:lvl5pPr marL="2086112" defTabSz="1043056">
                <a:defRPr sz="2100"/>
              </a:lvl5pPr>
              <a:lvl6pPr marL="2607640" defTabSz="1043056">
                <a:defRPr sz="2100"/>
              </a:lvl6pPr>
              <a:lvl7pPr marL="3129168" defTabSz="1043056">
                <a:defRPr sz="2100"/>
              </a:lvl7pPr>
              <a:lvl8pPr marL="3650696" defTabSz="1043056">
                <a:defRPr sz="2100"/>
              </a:lvl8pPr>
              <a:lvl9pPr marL="4172224" defTabSz="1043056">
                <a:defRPr sz="2100"/>
              </a:lvl9pPr>
            </a:lstStyle>
            <a:p>
              <a:r>
                <a:rPr lang="ko-KR" altLang="en-US" sz="3600" b="1" spc="-80">
                  <a:latin typeface="맑은 고딕"/>
                  <a:ea typeface="맑은 고딕"/>
                </a:rPr>
                <a:t>포스코 </a:t>
              </a:r>
              <a:r>
                <a:rPr lang="ko-KR" altLang="en-US" sz="3600" b="1" spc="-80" err="1">
                  <a:latin typeface="맑은 고딕"/>
                  <a:ea typeface="맑은 고딕"/>
                </a:rPr>
                <a:t>이앤씨</a:t>
              </a:r>
              <a:endParaRPr lang="en-US" altLang="ko-KR" sz="3600" b="1" spc="-80">
                <a:latin typeface="맑은 고딕"/>
                <a:ea typeface="맑은 고딕"/>
              </a:endParaRPr>
            </a:p>
            <a:p>
              <a:r>
                <a:rPr lang="ko-KR" altLang="en-US" sz="3600" b="1" spc="-80">
                  <a:latin typeface="맑은 고딕"/>
                  <a:ea typeface="맑은 고딕"/>
                </a:rPr>
                <a:t> 라이선스관리 앱</a:t>
              </a:r>
              <a:endParaRPr lang="en-US" altLang="ko-KR" sz="3600" b="1" spc="-80">
                <a:ln>
                  <a:solidFill>
                    <a:srgbClr val="4F81BD">
                      <a:alpha val="0"/>
                    </a:srgbClr>
                  </a:solidFill>
                </a:ln>
                <a:latin typeface="맑은 고딕"/>
                <a:ea typeface="맑은 고딕"/>
              </a:endParaRPr>
            </a:p>
            <a:p>
              <a:r>
                <a:rPr lang="ko-KR" altLang="en-US" b="1" spc="-80">
                  <a:latin typeface="맑은 고딕"/>
                  <a:ea typeface="맑은 고딕"/>
                </a:rPr>
                <a:t>사용자 매뉴얼</a:t>
              </a:r>
              <a:endParaRPr lang="en-US" altLang="ko-KR" b="1" spc="-80">
                <a:ln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DEE546A6-3208-42D0-B48D-08601C36109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55" y="6564076"/>
            <a:ext cx="1521403" cy="193473"/>
          </a:xfrm>
          <a:prstGeom prst="rect">
            <a:avLst/>
          </a:prstGeom>
        </p:spPr>
      </p:pic>
      <p:pic>
        <p:nvPicPr>
          <p:cNvPr id="6" name="그림 5" descr="폰트, 그래픽, 스크린샷, 그래픽 디자인이(가) 표시된 사진&#10;&#10;자동 생성된 설명">
            <a:extLst>
              <a:ext uri="{FF2B5EF4-FFF2-40B4-BE49-F238E27FC236}">
                <a16:creationId xmlns:a16="http://schemas.microsoft.com/office/drawing/2014/main" id="{114D6B82-E82F-3058-73E6-984A39EEC3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7" y="544098"/>
            <a:ext cx="2056262" cy="81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31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817EE76-3653-5A22-468E-BC798397D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628" y="1465335"/>
            <a:ext cx="1288177" cy="4989988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맑은 고딕"/>
                <a:ea typeface="맑은 고딕"/>
              </a:rPr>
              <a:t>0. </a:t>
            </a:r>
            <a:r>
              <a:rPr lang="ko-KR" altLang="en-US" err="1">
                <a:solidFill>
                  <a:schemeClr val="tx1"/>
                </a:solidFill>
                <a:latin typeface="맑은 고딕"/>
                <a:ea typeface="맑은 고딕"/>
              </a:rPr>
              <a:t>메뉴바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err="1">
                  <a:latin typeface="맑은 고딕"/>
                  <a:ea typeface="맑은 고딕"/>
                </a:rPr>
                <a:t>메뉴바</a:t>
              </a:r>
              <a:r>
                <a:rPr lang="ko-KR" altLang="en-US" sz="1000">
                  <a:latin typeface="맑은 고딕"/>
                  <a:ea typeface="맑은 고딕"/>
                </a:rPr>
                <a:t> 설명</a:t>
              </a:r>
              <a:endParaRPr lang="en-US" altLang="ko-KR" sz="1000">
                <a:latin typeface="맑은 고딕"/>
                <a:ea typeface="맑은 고딕"/>
              </a:endParaRPr>
            </a:p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>
                  <a:latin typeface="맑은 고딕"/>
                  <a:ea typeface="맑은 고딕"/>
                </a:rPr>
                <a:t>1. </a:t>
              </a:r>
              <a:r>
                <a:rPr lang="ko-KR" altLang="en-US" sz="1000">
                  <a:latin typeface="맑은 고딕"/>
                  <a:ea typeface="맑은 고딕"/>
                </a:rPr>
                <a:t>관리자로 등록된 인원을 한정으로 </a:t>
              </a:r>
              <a:r>
                <a:rPr lang="en-US" altLang="ko-KR" sz="1000">
                  <a:latin typeface="맑은 고딕"/>
                  <a:ea typeface="맑은 고딕"/>
                </a:rPr>
                <a:t>Admin </a:t>
              </a:r>
              <a:r>
                <a:rPr lang="ko-KR" altLang="en-US" sz="1000">
                  <a:latin typeface="맑은 고딕"/>
                  <a:ea typeface="맑은 고딕"/>
                </a:rPr>
                <a:t>메뉴에 접근할 수 있다</a:t>
              </a:r>
              <a:r>
                <a:rPr lang="en-US" altLang="ko-KR" sz="100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>
                  <a:latin typeface="맑은 고딕"/>
                  <a:ea typeface="맑은 고딕"/>
                </a:rPr>
                <a:t>2. </a:t>
              </a:r>
              <a:r>
                <a:rPr lang="ko-KR" altLang="en-US" sz="1000">
                  <a:latin typeface="맑은 고딕"/>
                  <a:ea typeface="맑은 고딕"/>
                </a:rPr>
                <a:t>사용자의 </a:t>
              </a:r>
              <a:r>
                <a:rPr lang="ko-KR" altLang="en-US" sz="1000" err="1">
                  <a:latin typeface="맑은 고딕"/>
                  <a:ea typeface="맑은 고딕"/>
                </a:rPr>
                <a:t>메뉴바</a:t>
              </a:r>
              <a:endParaRPr lang="en-US" altLang="ko-KR" sz="1000">
                <a:latin typeface="맑은 고딕"/>
                <a:ea typeface="맑은 고딕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err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메뉴바</a:t>
            </a:r>
            <a:endParaRPr lang="ko-KR" altLang="en-US" sz="1300" b="1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34FCC20-4B57-049A-E4B4-527EDF05D302}"/>
              </a:ext>
            </a:extLst>
          </p:cNvPr>
          <p:cNvSpPr/>
          <p:nvPr/>
        </p:nvSpPr>
        <p:spPr bwMode="auto">
          <a:xfrm>
            <a:off x="1304004" y="1421339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1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F6D36C-07C5-4947-7ECE-35DE53F1C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178" y="1465335"/>
            <a:ext cx="1222822" cy="4950828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455BC6EA-D630-5670-22A0-7BC82A20DCAE}"/>
              </a:ext>
            </a:extLst>
          </p:cNvPr>
          <p:cNvSpPr/>
          <p:nvPr/>
        </p:nvSpPr>
        <p:spPr bwMode="auto">
          <a:xfrm>
            <a:off x="3552378" y="1421339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2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957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A7DA08D-C2B4-6921-A603-A2FF3FFD7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29" y="2173709"/>
            <a:ext cx="6276660" cy="35404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9B65BC5-302E-BC1D-C9C7-34D1340F4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7028" y="4722109"/>
            <a:ext cx="3168571" cy="1417744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맑은 고딕"/>
                <a:ea typeface="맑은 고딕"/>
              </a:rPr>
              <a:t>1. </a:t>
            </a:r>
            <a:r>
              <a:rPr lang="ko-KR" altLang="en-US">
                <a:solidFill>
                  <a:schemeClr val="tx1"/>
                </a:solidFill>
                <a:latin typeface="맑은 고딕"/>
                <a:ea typeface="맑은 고딕"/>
              </a:rPr>
              <a:t>사용자 화면</a:t>
            </a:r>
            <a:r>
              <a:rPr lang="en-US" altLang="ko-KR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>
                <a:solidFill>
                  <a:schemeClr val="tx1"/>
                </a:solidFill>
                <a:latin typeface="맑은 고딕"/>
                <a:ea typeface="맑은 고딕"/>
              </a:rPr>
              <a:t>조회 및 신청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협력사 신청 및 조회하는 페이지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1. </a:t>
              </a:r>
              <a:r>
                <a:rPr lang="ko-KR" altLang="en-US" sz="1000" dirty="0">
                  <a:latin typeface="맑은 고딕"/>
                  <a:ea typeface="맑은 고딕"/>
                </a:rPr>
                <a:t>신청할 사용자의 이름</a:t>
              </a:r>
              <a:r>
                <a:rPr lang="en-US" altLang="ko-KR" sz="1000" dirty="0">
                  <a:latin typeface="맑은 고딕"/>
                  <a:ea typeface="맑은 고딕"/>
                </a:rPr>
                <a:t>,</a:t>
              </a:r>
              <a:r>
                <a:rPr lang="ko-KR" altLang="en-US" sz="1000" dirty="0">
                  <a:latin typeface="맑은 고딕"/>
                  <a:ea typeface="맑은 고딕"/>
                </a:rPr>
                <a:t> 부서를 검색한다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2. </a:t>
              </a:r>
              <a:r>
                <a:rPr lang="ko-KR" altLang="en-US" sz="1000" dirty="0">
                  <a:latin typeface="맑은 고딕"/>
                  <a:ea typeface="맑은 고딕"/>
                </a:rPr>
                <a:t>신청할 인원을 선택한다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3. </a:t>
              </a:r>
              <a:r>
                <a:rPr lang="ko-KR" altLang="en-US" sz="1000" dirty="0">
                  <a:latin typeface="맑은 고딕"/>
                  <a:ea typeface="맑은 고딕"/>
                </a:rPr>
                <a:t>라이선스</a:t>
              </a:r>
              <a:r>
                <a:rPr lang="en-US" altLang="ko-KR" sz="1000" dirty="0">
                  <a:latin typeface="맑은 고딕"/>
                  <a:ea typeface="맑은 고딕"/>
                </a:rPr>
                <a:t>,</a:t>
              </a:r>
              <a:r>
                <a:rPr lang="ko-KR" altLang="en-US" sz="1000" dirty="0">
                  <a:latin typeface="맑은 고딕"/>
                  <a:ea typeface="맑은 고딕"/>
                </a:rPr>
                <a:t>시작일</a:t>
              </a:r>
              <a:r>
                <a:rPr lang="en-US" altLang="ko-KR" sz="1000" dirty="0">
                  <a:latin typeface="맑은 고딕"/>
                  <a:ea typeface="맑은 고딕"/>
                </a:rPr>
                <a:t>,</a:t>
              </a:r>
              <a:r>
                <a:rPr lang="ko-KR" altLang="en-US" sz="1000" dirty="0">
                  <a:latin typeface="맑은 고딕"/>
                  <a:ea typeface="맑은 고딕"/>
                </a:rPr>
                <a:t>종료일을 입력한다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-&gt; </a:t>
              </a:r>
              <a:r>
                <a:rPr lang="ko-KR" altLang="en-US" sz="1000" dirty="0" err="1">
                  <a:latin typeface="맑은 고딕"/>
                  <a:ea typeface="맑은 고딕"/>
                </a:rPr>
                <a:t>직번이</a:t>
              </a:r>
              <a:r>
                <a:rPr lang="ko-KR" altLang="en-US" sz="1000" dirty="0">
                  <a:latin typeface="맑은 고딕"/>
                  <a:ea typeface="맑은 고딕"/>
                </a:rPr>
                <a:t> </a:t>
              </a:r>
              <a:r>
                <a:rPr lang="en-US" altLang="ko-KR" sz="1000" dirty="0">
                  <a:latin typeface="맑은 고딕"/>
                  <a:ea typeface="맑은 고딕"/>
                </a:rPr>
                <a:t>U,S</a:t>
              </a:r>
              <a:r>
                <a:rPr lang="ko-KR" altLang="en-US" sz="1000" dirty="0">
                  <a:latin typeface="맑은 고딕"/>
                  <a:ea typeface="맑은 고딕"/>
                </a:rPr>
                <a:t>로 시작하면 </a:t>
              </a:r>
              <a:r>
                <a:rPr lang="en-US" altLang="ko-KR" sz="1000" dirty="0">
                  <a:latin typeface="맑은 고딕"/>
                  <a:ea typeface="맑은 고딕"/>
                </a:rPr>
                <a:t>F3,E3 </a:t>
              </a:r>
              <a:r>
                <a:rPr lang="ko-KR" altLang="en-US" sz="1000" dirty="0">
                  <a:latin typeface="맑은 고딕"/>
                  <a:ea typeface="맑은 고딕"/>
                </a:rPr>
                <a:t>라이선스     선택할 수 있다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-&gt; </a:t>
              </a:r>
              <a:r>
                <a:rPr lang="ko-KR" altLang="en-US" sz="1000" dirty="0" err="1">
                  <a:latin typeface="맑은 고딕"/>
                  <a:ea typeface="맑은 고딕"/>
                </a:rPr>
                <a:t>직번이</a:t>
              </a:r>
              <a:r>
                <a:rPr lang="ko-KR" altLang="en-US" sz="1000" dirty="0">
                  <a:latin typeface="맑은 고딕"/>
                  <a:ea typeface="맑은 고딕"/>
                </a:rPr>
                <a:t> </a:t>
              </a:r>
              <a:r>
                <a:rPr lang="en-US" altLang="ko-KR" sz="1000" dirty="0">
                  <a:latin typeface="맑은 고딕"/>
                  <a:ea typeface="맑은 고딕"/>
                </a:rPr>
                <a:t>Z</a:t>
              </a:r>
              <a:r>
                <a:rPr lang="ko-KR" altLang="en-US" sz="1000" dirty="0">
                  <a:latin typeface="맑은 고딕"/>
                  <a:ea typeface="맑은 고딕"/>
                </a:rPr>
                <a:t>로 시작하면 </a:t>
              </a:r>
              <a:r>
                <a:rPr lang="en-US" altLang="ko-KR" sz="1000" dirty="0">
                  <a:latin typeface="맑은 고딕"/>
                  <a:ea typeface="맑은 고딕"/>
                </a:rPr>
                <a:t>F3 </a:t>
              </a:r>
              <a:r>
                <a:rPr lang="ko-KR" altLang="en-US" sz="1000" dirty="0">
                  <a:latin typeface="맑은 고딕"/>
                  <a:ea typeface="맑은 고딕"/>
                </a:rPr>
                <a:t>라이선스만 선택할 수 있다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4. </a:t>
              </a:r>
              <a:r>
                <a:rPr lang="ko-KR" altLang="en-US" sz="1000" dirty="0">
                  <a:latin typeface="맑은 고딕"/>
                  <a:ea typeface="맑은 고딕"/>
                </a:rPr>
                <a:t>신청 버튼을 누른다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5. </a:t>
              </a:r>
              <a:r>
                <a:rPr lang="ko-KR" altLang="en-US" sz="1000" dirty="0">
                  <a:latin typeface="맑은 고딕"/>
                  <a:ea typeface="맑은 고딕"/>
                </a:rPr>
                <a:t>안내 팝업이 활성화된다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조회 및 신청</a:t>
            </a:r>
            <a:endParaRPr lang="ko-KR" altLang="en-US" sz="1300" b="1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505D6BA-4428-5955-D3CD-631B427D1573}"/>
              </a:ext>
            </a:extLst>
          </p:cNvPr>
          <p:cNvSpPr/>
          <p:nvPr/>
        </p:nvSpPr>
        <p:spPr bwMode="auto">
          <a:xfrm>
            <a:off x="1316299" y="2543329"/>
            <a:ext cx="1816761" cy="277843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DE40EBF-F9B4-0DAE-004F-0136B5E6AE80}"/>
              </a:ext>
            </a:extLst>
          </p:cNvPr>
          <p:cNvSpPr/>
          <p:nvPr/>
        </p:nvSpPr>
        <p:spPr bwMode="auto">
          <a:xfrm>
            <a:off x="1109024" y="2416693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1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1166C78-AC45-A195-9E90-6694E30ED7A8}"/>
              </a:ext>
            </a:extLst>
          </p:cNvPr>
          <p:cNvSpPr/>
          <p:nvPr/>
        </p:nvSpPr>
        <p:spPr bwMode="auto">
          <a:xfrm>
            <a:off x="1290900" y="2882048"/>
            <a:ext cx="205584" cy="881385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6273714-8B51-A1A0-AFB8-2F6B3A8E233E}"/>
              </a:ext>
            </a:extLst>
          </p:cNvPr>
          <p:cNvSpPr/>
          <p:nvPr/>
        </p:nvSpPr>
        <p:spPr bwMode="auto">
          <a:xfrm>
            <a:off x="1113100" y="2746827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>
                <a:solidFill>
                  <a:srgbClr val="FF0000"/>
                </a:solidFill>
                <a:latin typeface="Arial" charset="0"/>
                <a:ea typeface="맑은 고딕" pitchFamily="50" charset="-127"/>
                <a:cs typeface="Arial" charset="0"/>
              </a:rPr>
              <a:t>2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035F248-65B0-A479-67B4-B4EFC64B76F4}"/>
              </a:ext>
            </a:extLst>
          </p:cNvPr>
          <p:cNvSpPr/>
          <p:nvPr/>
        </p:nvSpPr>
        <p:spPr bwMode="auto">
          <a:xfrm>
            <a:off x="4075815" y="2913139"/>
            <a:ext cx="2054052" cy="235054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A857047-0006-575B-0196-A78C2E354C9D}"/>
              </a:ext>
            </a:extLst>
          </p:cNvPr>
          <p:cNvSpPr/>
          <p:nvPr/>
        </p:nvSpPr>
        <p:spPr bwMode="auto">
          <a:xfrm>
            <a:off x="3947913" y="2746827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3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1D928AD-8BA2-6137-B912-FE02E0928776}"/>
              </a:ext>
            </a:extLst>
          </p:cNvPr>
          <p:cNvSpPr/>
          <p:nvPr/>
        </p:nvSpPr>
        <p:spPr bwMode="auto">
          <a:xfrm>
            <a:off x="6292787" y="2560262"/>
            <a:ext cx="347594" cy="208484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AF3A6C4-1D9E-C31C-D745-952744575FE3}"/>
              </a:ext>
            </a:extLst>
          </p:cNvPr>
          <p:cNvSpPr/>
          <p:nvPr/>
        </p:nvSpPr>
        <p:spPr bwMode="auto">
          <a:xfrm>
            <a:off x="3241435" y="4555797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5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6870012-765B-81D4-093F-7CF987C713A3}"/>
              </a:ext>
            </a:extLst>
          </p:cNvPr>
          <p:cNvSpPr/>
          <p:nvPr/>
        </p:nvSpPr>
        <p:spPr bwMode="auto">
          <a:xfrm>
            <a:off x="3377028" y="4722109"/>
            <a:ext cx="3168571" cy="1407851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C93B42B-4686-5157-0FCE-2B0921A1715B}"/>
              </a:ext>
            </a:extLst>
          </p:cNvPr>
          <p:cNvSpPr/>
          <p:nvPr/>
        </p:nvSpPr>
        <p:spPr bwMode="auto">
          <a:xfrm>
            <a:off x="6152163" y="2414181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4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342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7F4BED4-8FEA-AAA5-69E1-59AD05065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8" y="2152649"/>
            <a:ext cx="6162031" cy="3467101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맑은 고딕"/>
                <a:ea typeface="맑은 고딕"/>
              </a:rPr>
              <a:t>2. </a:t>
            </a:r>
            <a:r>
              <a:rPr lang="ko-KR" altLang="en-US">
                <a:solidFill>
                  <a:schemeClr val="tx1"/>
                </a:solidFill>
                <a:latin typeface="맑은 고딕"/>
                <a:ea typeface="맑은 고딕"/>
              </a:rPr>
              <a:t>사용자 화면</a:t>
            </a:r>
            <a:r>
              <a:rPr lang="en-US" altLang="ko-KR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>
                <a:solidFill>
                  <a:schemeClr val="tx1"/>
                </a:solidFill>
                <a:latin typeface="맑은 고딕"/>
                <a:ea typeface="맑은 고딕"/>
              </a:rPr>
              <a:t>부서별 신청 현황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>
                  <a:latin typeface="맑은 고딕"/>
                  <a:ea typeface="맑은 고딕"/>
                </a:rPr>
                <a:t>사용자의 부서에서 신청한 내역을 확인하는 페이지</a:t>
              </a:r>
              <a:endParaRPr lang="en-US" altLang="ko-KR" sz="1000">
                <a:latin typeface="맑은 고딕"/>
                <a:ea typeface="맑은 고딕"/>
              </a:endParaRPr>
            </a:p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>
                  <a:latin typeface="맑은 고딕"/>
                  <a:ea typeface="맑은 고딕"/>
                </a:rPr>
                <a:t>1. </a:t>
              </a:r>
              <a:r>
                <a:rPr lang="ko-KR" altLang="en-US" sz="1000" err="1">
                  <a:latin typeface="맑은 고딕"/>
                  <a:ea typeface="맑은 고딕"/>
                </a:rPr>
                <a:t>드롭다운으로</a:t>
              </a:r>
              <a:r>
                <a:rPr lang="ko-KR" altLang="en-US" sz="1000">
                  <a:latin typeface="맑은 고딕"/>
                  <a:ea typeface="맑은 고딕"/>
                </a:rPr>
                <a:t> 상태를 선택해 검색한다</a:t>
              </a:r>
              <a:r>
                <a:rPr lang="en-US" altLang="ko-KR" sz="1000">
                  <a:latin typeface="맑은 고딕"/>
                  <a:ea typeface="맑은 고딕"/>
                </a:rPr>
                <a:t>.</a:t>
              </a:r>
              <a:endPara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부서별 신청 현황</a:t>
            </a:r>
            <a:endParaRPr lang="ko-KR" altLang="en-US" sz="1300" b="1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505D6BA-4428-5955-D3CD-631B427D1573}"/>
              </a:ext>
            </a:extLst>
          </p:cNvPr>
          <p:cNvSpPr/>
          <p:nvPr/>
        </p:nvSpPr>
        <p:spPr bwMode="auto">
          <a:xfrm>
            <a:off x="1287946" y="2514619"/>
            <a:ext cx="1164631" cy="221493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DE40EBF-F9B4-0DAE-004F-0136B5E6AE80}"/>
              </a:ext>
            </a:extLst>
          </p:cNvPr>
          <p:cNvSpPr/>
          <p:nvPr/>
        </p:nvSpPr>
        <p:spPr bwMode="auto">
          <a:xfrm>
            <a:off x="1130287" y="2381251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1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5C99DE9-0F6C-6F1D-D1A9-EF2D37316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356" y="2736112"/>
            <a:ext cx="1047896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41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9BAA3BE-124A-E909-7915-A36272A70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88" y="1537148"/>
            <a:ext cx="5906788" cy="3323184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맑은 고딕"/>
                <a:ea typeface="맑은 고딕"/>
              </a:rPr>
              <a:t>3. </a:t>
            </a:r>
            <a:r>
              <a:rPr lang="ko-KR" altLang="en-US">
                <a:solidFill>
                  <a:schemeClr val="tx1"/>
                </a:solidFill>
                <a:latin typeface="맑은 고딕"/>
                <a:ea typeface="맑은 고딕"/>
              </a:rPr>
              <a:t>사용자 화면</a:t>
            </a:r>
            <a:r>
              <a:rPr lang="en-US" altLang="ko-KR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>
                <a:solidFill>
                  <a:schemeClr val="tx1"/>
                </a:solidFill>
                <a:latin typeface="맑은 고딕"/>
                <a:ea typeface="맑은 고딕"/>
              </a:rPr>
              <a:t>개인 조회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사용자가 신청한 내역을 수정 및 삭제하는 페이지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E3 </a:t>
              </a:r>
              <a:r>
                <a:rPr lang="ko-KR" altLang="en-US" sz="1000" dirty="0">
                  <a:latin typeface="맑은 고딕"/>
                  <a:ea typeface="맑은 고딕"/>
                </a:rPr>
                <a:t>라이선스로 신청 시 </a:t>
              </a:r>
              <a:r>
                <a:rPr lang="en-US" altLang="ko-KR" sz="1000" dirty="0">
                  <a:latin typeface="맑은 고딕"/>
                  <a:ea typeface="맑은 고딕"/>
                </a:rPr>
                <a:t>HAAD </a:t>
              </a:r>
              <a:r>
                <a:rPr lang="ko-KR" altLang="en-US" sz="1000" dirty="0">
                  <a:latin typeface="맑은 고딕"/>
                  <a:ea typeface="맑은 고딕"/>
                </a:rPr>
                <a:t>상태체크 후 </a:t>
              </a:r>
              <a:r>
                <a:rPr lang="en-US" altLang="ko-KR" sz="1000" dirty="0">
                  <a:latin typeface="맑은 고딕"/>
                  <a:ea typeface="맑은 고딕"/>
                </a:rPr>
                <a:t>E3</a:t>
              </a:r>
              <a:r>
                <a:rPr lang="ko-KR" altLang="en-US" sz="1000" dirty="0">
                  <a:latin typeface="맑은 고딕"/>
                  <a:ea typeface="맑은 고딕"/>
                </a:rPr>
                <a:t>사용여부 결정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-&gt; E3 </a:t>
              </a:r>
              <a:r>
                <a:rPr lang="ko-KR" altLang="en-US" sz="1000" dirty="0">
                  <a:latin typeface="맑은 고딕"/>
                  <a:ea typeface="맑은 고딕"/>
                </a:rPr>
                <a:t>사용 불가 시</a:t>
              </a:r>
              <a:r>
                <a:rPr lang="en-US" altLang="ko-KR" sz="1000" dirty="0">
                  <a:latin typeface="맑은 고딕"/>
                  <a:ea typeface="맑은 고딕"/>
                </a:rPr>
                <a:t>-&gt; F3</a:t>
              </a:r>
              <a:r>
                <a:rPr lang="ko-KR" altLang="en-US" sz="1000" dirty="0">
                  <a:latin typeface="맑은 고딕"/>
                  <a:ea typeface="맑은 고딕"/>
                </a:rPr>
                <a:t>라이선스로 자동 변경 및 비고란에 표기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1. </a:t>
              </a:r>
              <a:r>
                <a:rPr lang="ko-KR" altLang="en-US" sz="1000" dirty="0">
                  <a:latin typeface="맑은 고딕"/>
                  <a:ea typeface="맑은 고딕"/>
                </a:rPr>
                <a:t>수정 및 삭제할 신청서를 선택한다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2. </a:t>
              </a:r>
              <a:r>
                <a:rPr lang="ko-KR" altLang="en-US" sz="1000" dirty="0">
                  <a:latin typeface="맑은 고딕"/>
                  <a:ea typeface="맑은 고딕"/>
                </a:rPr>
                <a:t>버튼을 누른다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3. </a:t>
              </a:r>
              <a:r>
                <a:rPr lang="ko-KR" altLang="en-US" sz="1000" dirty="0">
                  <a:latin typeface="맑은 고딕"/>
                  <a:ea typeface="맑은 고딕"/>
                </a:rPr>
                <a:t>수정 버튼을 클릭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-&gt; </a:t>
              </a:r>
              <a:r>
                <a:rPr lang="ko-KR" altLang="en-US" sz="1000" dirty="0">
                  <a:latin typeface="맑은 고딕"/>
                  <a:ea typeface="맑은 고딕"/>
                </a:rPr>
                <a:t>상태가 </a:t>
              </a:r>
              <a:r>
                <a:rPr lang="en-US" altLang="ko-KR" sz="1000" dirty="0">
                  <a:latin typeface="맑은 고딕"/>
                  <a:ea typeface="맑은 고딕"/>
                </a:rPr>
                <a:t>‘</a:t>
              </a:r>
              <a:r>
                <a:rPr lang="ko-KR" altLang="en-US" sz="1000" dirty="0">
                  <a:latin typeface="맑은 고딕"/>
                  <a:ea typeface="맑은 고딕"/>
                </a:rPr>
                <a:t>승인</a:t>
              </a:r>
              <a:r>
                <a:rPr lang="en-US" altLang="ko-KR" sz="1000" dirty="0">
                  <a:latin typeface="맑은 고딕"/>
                  <a:ea typeface="맑은 고딕"/>
                </a:rPr>
                <a:t>’</a:t>
              </a:r>
              <a:r>
                <a:rPr lang="ko-KR" altLang="en-US" sz="1000" dirty="0">
                  <a:latin typeface="맑은 고딕"/>
                  <a:ea typeface="맑은 고딕"/>
                </a:rPr>
                <a:t>인 신청서를 중지로 업데이트할 수 있다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-&gt; </a:t>
              </a:r>
              <a:r>
                <a:rPr lang="ko-KR" altLang="en-US" sz="1000" dirty="0">
                  <a:latin typeface="맑은 고딕"/>
                  <a:ea typeface="맑은 고딕"/>
                </a:rPr>
                <a:t>상태를 중지로 변경하면 해당 신청서의 라이선스 부여가 종료된다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4. </a:t>
              </a:r>
              <a:r>
                <a:rPr lang="ko-KR" altLang="en-US" sz="1000" dirty="0">
                  <a:latin typeface="맑은 고딕"/>
                  <a:ea typeface="맑은 고딕"/>
                </a:rPr>
                <a:t>삭제 버튼을 클릭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-&gt; </a:t>
              </a:r>
              <a:r>
                <a:rPr lang="ko-KR" altLang="en-US" sz="1000" dirty="0">
                  <a:latin typeface="맑은 고딕"/>
                  <a:ea typeface="맑은 고딕"/>
                </a:rPr>
                <a:t>상태가 승인인 신청서를 삭제하면 라이선스 부여가 종료된다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5. </a:t>
              </a:r>
              <a:r>
                <a:rPr lang="ko-KR" altLang="en-US" sz="1000" dirty="0">
                  <a:latin typeface="맑은 고딕"/>
                  <a:ea typeface="맑은 고딕"/>
                </a:rPr>
                <a:t>수정 및 삭제 시 안내 메시지 팝업 활성화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개인 조회</a:t>
            </a:r>
            <a:endParaRPr lang="ko-KR" altLang="en-US" sz="1300" b="1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505D6BA-4428-5955-D3CD-631B427D1573}"/>
              </a:ext>
            </a:extLst>
          </p:cNvPr>
          <p:cNvSpPr/>
          <p:nvPr/>
        </p:nvSpPr>
        <p:spPr bwMode="auto">
          <a:xfrm>
            <a:off x="1446842" y="2055063"/>
            <a:ext cx="306125" cy="841134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DE40EBF-F9B4-0DAE-004F-0136B5E6AE80}"/>
              </a:ext>
            </a:extLst>
          </p:cNvPr>
          <p:cNvSpPr/>
          <p:nvPr/>
        </p:nvSpPr>
        <p:spPr bwMode="auto">
          <a:xfrm>
            <a:off x="1268098" y="1903991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1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3A9B8D-EF32-0189-0747-661E3FB72AE6}"/>
              </a:ext>
            </a:extLst>
          </p:cNvPr>
          <p:cNvSpPr/>
          <p:nvPr/>
        </p:nvSpPr>
        <p:spPr bwMode="auto">
          <a:xfrm>
            <a:off x="5944180" y="1861343"/>
            <a:ext cx="593780" cy="260686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303DB9B-C41B-6531-E4E6-976AD3D23E51}"/>
              </a:ext>
            </a:extLst>
          </p:cNvPr>
          <p:cNvSpPr/>
          <p:nvPr/>
        </p:nvSpPr>
        <p:spPr bwMode="auto">
          <a:xfrm>
            <a:off x="5760292" y="1742513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>
                <a:solidFill>
                  <a:srgbClr val="FF0000"/>
                </a:solidFill>
                <a:latin typeface="Arial" charset="0"/>
                <a:ea typeface="맑은 고딕" pitchFamily="50" charset="-127"/>
                <a:cs typeface="Arial" charset="0"/>
              </a:rPr>
              <a:t>2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34758E8-4D19-823C-CC1F-B76BBC2B5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72" y="3002887"/>
            <a:ext cx="3595388" cy="179769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E288FC-5410-23BD-6C78-28FB4A2BEA55}"/>
              </a:ext>
            </a:extLst>
          </p:cNvPr>
          <p:cNvSpPr/>
          <p:nvPr/>
        </p:nvSpPr>
        <p:spPr bwMode="auto">
          <a:xfrm>
            <a:off x="608220" y="3035113"/>
            <a:ext cx="3618340" cy="1804920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5E75209-D2E6-9BBA-88F5-B46B28B48E16}"/>
              </a:ext>
            </a:extLst>
          </p:cNvPr>
          <p:cNvSpPr/>
          <p:nvPr/>
        </p:nvSpPr>
        <p:spPr bwMode="auto">
          <a:xfrm>
            <a:off x="471488" y="2843659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>
                <a:solidFill>
                  <a:srgbClr val="FF0000"/>
                </a:solidFill>
                <a:latin typeface="Arial" charset="0"/>
                <a:ea typeface="맑은 고딕" pitchFamily="50" charset="-127"/>
                <a:cs typeface="Arial" charset="0"/>
              </a:rPr>
              <a:t>3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766078-6116-F878-EFAE-BEA53D706396}"/>
              </a:ext>
            </a:extLst>
          </p:cNvPr>
          <p:cNvSpPr/>
          <p:nvPr/>
        </p:nvSpPr>
        <p:spPr bwMode="auto">
          <a:xfrm>
            <a:off x="3772370" y="3164648"/>
            <a:ext cx="454190" cy="883880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0A59F655-CCDD-91DA-454E-4C8DB58B0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9407" y="4928653"/>
            <a:ext cx="3013985" cy="1505443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C21329EB-93CE-33CD-D337-912FBE5061EF}"/>
              </a:ext>
            </a:extLst>
          </p:cNvPr>
          <p:cNvSpPr/>
          <p:nvPr/>
        </p:nvSpPr>
        <p:spPr bwMode="auto">
          <a:xfrm>
            <a:off x="3489407" y="4946430"/>
            <a:ext cx="2989365" cy="1492501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2825BB0-9325-955F-0C9D-9AF59B6083B3}"/>
              </a:ext>
            </a:extLst>
          </p:cNvPr>
          <p:cNvSpPr/>
          <p:nvPr/>
        </p:nvSpPr>
        <p:spPr bwMode="auto">
          <a:xfrm>
            <a:off x="3311607" y="4871539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4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13F70DA-4B64-E46D-633A-5F4F8DC5D1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267" y="5345919"/>
            <a:ext cx="1748079" cy="79507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07DD0177-8F32-0D29-1981-EC39958EDDDA}"/>
              </a:ext>
            </a:extLst>
          </p:cNvPr>
          <p:cNvSpPr/>
          <p:nvPr/>
        </p:nvSpPr>
        <p:spPr bwMode="auto">
          <a:xfrm>
            <a:off x="716048" y="5345919"/>
            <a:ext cx="1776298" cy="797525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AB5AAB0-3FAF-4546-D43B-E432E42C0D17}"/>
              </a:ext>
            </a:extLst>
          </p:cNvPr>
          <p:cNvSpPr/>
          <p:nvPr/>
        </p:nvSpPr>
        <p:spPr bwMode="auto">
          <a:xfrm>
            <a:off x="592351" y="5203012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solidFill>
                  <a:srgbClr val="FF0000"/>
                </a:solidFill>
                <a:latin typeface="Arial" charset="0"/>
                <a:ea typeface="맑은 고딕" pitchFamily="50" charset="-127"/>
                <a:cs typeface="Arial" charset="0"/>
              </a:rPr>
              <a:t>5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307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FD89EAF4-FAED-A5CB-1C3E-6A0CEE819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56" y="1967351"/>
            <a:ext cx="6277836" cy="353963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맑은 고딕"/>
                <a:ea typeface="맑은 고딕"/>
              </a:rPr>
              <a:t>1. </a:t>
            </a:r>
            <a:r>
              <a:rPr lang="ko-KR" altLang="en-US">
                <a:solidFill>
                  <a:schemeClr val="tx1"/>
                </a:solidFill>
                <a:latin typeface="맑은 고딕"/>
                <a:ea typeface="맑은 고딕"/>
              </a:rPr>
              <a:t>관리자 화면</a:t>
            </a:r>
            <a:r>
              <a:rPr lang="en-US" altLang="ko-KR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>
                <a:solidFill>
                  <a:schemeClr val="tx1"/>
                </a:solidFill>
                <a:latin typeface="맑은 고딕"/>
                <a:ea typeface="맑은 고딕"/>
              </a:rPr>
              <a:t>신청 현황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3149" y="790337"/>
            <a:ext cx="2740391" cy="5815947"/>
            <a:chOff x="6821121" y="678976"/>
            <a:chExt cx="2740391" cy="2946753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1121" y="982414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관리자가 상태를 업데이트하는 페이지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1. </a:t>
              </a:r>
              <a:r>
                <a:rPr lang="ko-KR" altLang="en-US" sz="1000" dirty="0">
                  <a:latin typeface="맑은 고딕"/>
                  <a:ea typeface="맑은 고딕"/>
                </a:rPr>
                <a:t>협력사</a:t>
              </a:r>
              <a:r>
                <a:rPr lang="en-US" altLang="ko-KR" sz="1000" dirty="0">
                  <a:latin typeface="맑은 고딕"/>
                  <a:ea typeface="맑은 고딕"/>
                </a:rPr>
                <a:t>/</a:t>
              </a:r>
              <a:r>
                <a:rPr lang="ko-KR" altLang="en-US" sz="1000" dirty="0" err="1">
                  <a:latin typeface="맑은 고딕"/>
                  <a:ea typeface="맑은 고딕"/>
                </a:rPr>
                <a:t>직번</a:t>
              </a:r>
              <a:r>
                <a:rPr lang="en-US" altLang="ko-KR" sz="1000" dirty="0">
                  <a:latin typeface="맑은 고딕"/>
                  <a:ea typeface="맑은 고딕"/>
                </a:rPr>
                <a:t>, </a:t>
              </a:r>
              <a:r>
                <a:rPr lang="ko-KR" altLang="en-US" sz="1000" dirty="0">
                  <a:latin typeface="맑은 고딕"/>
                  <a:ea typeface="맑은 고딕"/>
                </a:rPr>
                <a:t>상태로 검색한다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2.</a:t>
              </a:r>
              <a:r>
                <a:rPr lang="ko-KR" altLang="en-US" sz="1000" dirty="0">
                  <a:latin typeface="맑은 고딕"/>
                  <a:ea typeface="맑은 고딕"/>
                </a:rPr>
                <a:t>상태를 업데이트할 신청서를 선택한다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-&gt; </a:t>
              </a:r>
              <a:r>
                <a:rPr lang="ko-KR" altLang="en-US" sz="1000" dirty="0" err="1">
                  <a:latin typeface="맑은 고딕"/>
                  <a:ea typeface="맑은 고딕"/>
                </a:rPr>
                <a:t>여러명일</a:t>
              </a:r>
              <a:r>
                <a:rPr lang="ko-KR" altLang="en-US" sz="1000" dirty="0">
                  <a:latin typeface="맑은 고딕"/>
                  <a:ea typeface="맑은 고딕"/>
                </a:rPr>
                <a:t> 경우 체크박스에 체크해서 우측 상단의 드롭다운</a:t>
              </a:r>
              <a:r>
                <a:rPr lang="en-US" altLang="ko-KR" sz="1000" dirty="0">
                  <a:latin typeface="맑은 고딕"/>
                  <a:ea typeface="맑은 고딕"/>
                </a:rPr>
                <a:t>(A)</a:t>
              </a:r>
              <a:r>
                <a:rPr lang="ko-KR" altLang="en-US" sz="1000" dirty="0">
                  <a:latin typeface="맑은 고딕"/>
                  <a:ea typeface="맑은 고딕"/>
                </a:rPr>
                <a:t>로 일괄 업데이트를 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-&gt; </a:t>
              </a:r>
              <a:r>
                <a:rPr lang="ko-KR" altLang="en-US" sz="1000" dirty="0">
                  <a:latin typeface="맑은 고딕"/>
                  <a:ea typeface="맑은 고딕"/>
                </a:rPr>
                <a:t>한명일 경우 드롭다운</a:t>
              </a:r>
              <a:r>
                <a:rPr lang="en-US" altLang="ko-KR" sz="1000" dirty="0">
                  <a:latin typeface="맑은 고딕"/>
                  <a:ea typeface="맑은 고딕"/>
                </a:rPr>
                <a:t>(B)</a:t>
              </a:r>
              <a:r>
                <a:rPr lang="ko-KR" altLang="en-US" sz="1000" dirty="0">
                  <a:latin typeface="맑은 고딕"/>
                  <a:ea typeface="맑은 고딕"/>
                </a:rPr>
                <a:t>로 업데이트한다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3.</a:t>
              </a:r>
              <a:r>
                <a:rPr lang="ko-KR" altLang="en-US" sz="1000" dirty="0">
                  <a:latin typeface="맑은 고딕"/>
                  <a:ea typeface="맑은 고딕"/>
                </a:rPr>
                <a:t>선택한 신청서를 삭제한다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4. </a:t>
              </a:r>
              <a:r>
                <a:rPr lang="ko-KR" altLang="en-US" sz="1000" dirty="0">
                  <a:latin typeface="맑은 고딕"/>
                  <a:ea typeface="맑은 고딕"/>
                </a:rPr>
                <a:t>상태 업데이트 및 삭제 시 안내 메시지 팝업 활성화</a:t>
              </a:r>
              <a:endParaRPr lang="en-US" altLang="ko-KR" sz="1000" dirty="0">
                <a:latin typeface="맑은 고딕"/>
                <a:ea typeface="맑은 고딕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신청 현황</a:t>
            </a:r>
            <a:endParaRPr lang="ko-KR" altLang="en-US" sz="1300" b="1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0AD4DD-AEB7-1F4E-312E-2400FDC6BDD9}"/>
              </a:ext>
            </a:extLst>
          </p:cNvPr>
          <p:cNvSpPr/>
          <p:nvPr/>
        </p:nvSpPr>
        <p:spPr bwMode="auto">
          <a:xfrm>
            <a:off x="1251139" y="2406425"/>
            <a:ext cx="5305605" cy="184241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34FCC20-4B57-049A-E4B4-527EDF05D302}"/>
              </a:ext>
            </a:extLst>
          </p:cNvPr>
          <p:cNvSpPr/>
          <p:nvPr/>
        </p:nvSpPr>
        <p:spPr bwMode="auto">
          <a:xfrm>
            <a:off x="1105277" y="2236444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1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E3135E-9A11-DCD7-7A80-F53AD70A6F4A}"/>
              </a:ext>
            </a:extLst>
          </p:cNvPr>
          <p:cNvSpPr/>
          <p:nvPr/>
        </p:nvSpPr>
        <p:spPr bwMode="auto">
          <a:xfrm>
            <a:off x="1265314" y="2713695"/>
            <a:ext cx="294127" cy="901375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FCCA43D-3335-4046-BDAB-0F622F00C691}"/>
              </a:ext>
            </a:extLst>
          </p:cNvPr>
          <p:cNvSpPr/>
          <p:nvPr/>
        </p:nvSpPr>
        <p:spPr bwMode="auto">
          <a:xfrm>
            <a:off x="1075211" y="2594209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>
                <a:solidFill>
                  <a:srgbClr val="FF0000"/>
                </a:solidFill>
                <a:latin typeface="Arial" charset="0"/>
                <a:ea typeface="맑은 고딕" pitchFamily="50" charset="-127"/>
                <a:cs typeface="Arial" charset="0"/>
              </a:rPr>
              <a:t>2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CD668BB-AB4E-9F7A-A2DB-023101458EAE}"/>
              </a:ext>
            </a:extLst>
          </p:cNvPr>
          <p:cNvSpPr/>
          <p:nvPr/>
        </p:nvSpPr>
        <p:spPr bwMode="auto">
          <a:xfrm>
            <a:off x="5741622" y="2590667"/>
            <a:ext cx="567030" cy="193280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58224A4-963C-A69F-3677-68E7F5EC06B6}"/>
              </a:ext>
            </a:extLst>
          </p:cNvPr>
          <p:cNvSpPr/>
          <p:nvPr/>
        </p:nvSpPr>
        <p:spPr bwMode="auto">
          <a:xfrm>
            <a:off x="5529700" y="2617634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A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EDED3FD-CA40-BCC8-E87C-ABA2A2FDD40A}"/>
              </a:ext>
            </a:extLst>
          </p:cNvPr>
          <p:cNvSpPr/>
          <p:nvPr/>
        </p:nvSpPr>
        <p:spPr bwMode="auto">
          <a:xfrm>
            <a:off x="6025137" y="2898063"/>
            <a:ext cx="567030" cy="193280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7286A2D-C86D-7CD4-C493-DBF48058AC7C}"/>
              </a:ext>
            </a:extLst>
          </p:cNvPr>
          <p:cNvSpPr/>
          <p:nvPr/>
        </p:nvSpPr>
        <p:spPr bwMode="auto">
          <a:xfrm>
            <a:off x="5822529" y="2909772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B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EEAA8D-DA81-6372-FC03-03312125B167}"/>
              </a:ext>
            </a:extLst>
          </p:cNvPr>
          <p:cNvSpPr/>
          <p:nvPr/>
        </p:nvSpPr>
        <p:spPr bwMode="auto">
          <a:xfrm>
            <a:off x="6331190" y="2599705"/>
            <a:ext cx="283515" cy="184241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3114E32-84C3-720A-4960-B5540435ED61}"/>
              </a:ext>
            </a:extLst>
          </p:cNvPr>
          <p:cNvSpPr/>
          <p:nvPr/>
        </p:nvSpPr>
        <p:spPr bwMode="auto">
          <a:xfrm>
            <a:off x="6619658" y="2475546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3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CEA08B60-682A-AB9B-0767-1A7A2B45F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127" y="3752593"/>
            <a:ext cx="3634586" cy="1810795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95ED7E4B-12C7-4F61-3C69-493BA375AA71}"/>
              </a:ext>
            </a:extLst>
          </p:cNvPr>
          <p:cNvSpPr/>
          <p:nvPr/>
        </p:nvSpPr>
        <p:spPr bwMode="auto">
          <a:xfrm>
            <a:off x="2999514" y="3767262"/>
            <a:ext cx="3657737" cy="1893826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09FA17D-C040-7A31-4386-246D54530A0C}"/>
              </a:ext>
            </a:extLst>
          </p:cNvPr>
          <p:cNvSpPr/>
          <p:nvPr/>
        </p:nvSpPr>
        <p:spPr bwMode="auto">
          <a:xfrm>
            <a:off x="2860031" y="3593616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3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B76E55A-08CB-5757-DB59-5CF60C4AFB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388" y="5346581"/>
            <a:ext cx="2417592" cy="1106355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D7B475C0-F9D2-5D1B-3FB7-5FBBE009AB67}"/>
              </a:ext>
            </a:extLst>
          </p:cNvPr>
          <p:cNvSpPr/>
          <p:nvPr/>
        </p:nvSpPr>
        <p:spPr bwMode="auto">
          <a:xfrm>
            <a:off x="560388" y="5346581"/>
            <a:ext cx="2392647" cy="1093008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5E9A628-3F49-7C91-5333-482B70911B3D}"/>
              </a:ext>
            </a:extLst>
          </p:cNvPr>
          <p:cNvSpPr/>
          <p:nvPr/>
        </p:nvSpPr>
        <p:spPr bwMode="auto">
          <a:xfrm>
            <a:off x="446543" y="5199869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solidFill>
                  <a:srgbClr val="FF0000"/>
                </a:solidFill>
                <a:latin typeface="Arial" charset="0"/>
                <a:ea typeface="맑은 고딕" pitchFamily="50" charset="-127"/>
                <a:cs typeface="Arial" charset="0"/>
              </a:rPr>
              <a:t>4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206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059DFB-B1C6-6F98-062D-506935CB9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49" y="2346246"/>
            <a:ext cx="6216781" cy="3513059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맑은 고딕"/>
                <a:ea typeface="맑은 고딕"/>
              </a:rPr>
              <a:t>2. </a:t>
            </a:r>
            <a:r>
              <a:rPr lang="ko-KR" altLang="en-US">
                <a:solidFill>
                  <a:schemeClr val="tx1"/>
                </a:solidFill>
                <a:latin typeface="맑은 고딕"/>
                <a:ea typeface="맑은 고딕"/>
              </a:rPr>
              <a:t>관리자 화면</a:t>
            </a:r>
            <a:r>
              <a:rPr lang="en-US" altLang="ko-KR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>
                <a:solidFill>
                  <a:schemeClr val="tx1"/>
                </a:solidFill>
                <a:latin typeface="맑은 고딕"/>
                <a:ea typeface="맑은 고딕"/>
              </a:rPr>
              <a:t>메일 수정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관리자가 안내 메일 양식을 변경하는 페이지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1. </a:t>
              </a:r>
              <a:r>
                <a:rPr lang="ko-KR" altLang="en-US" sz="1000" dirty="0" err="1">
                  <a:latin typeface="맑은 고딕"/>
                  <a:ea typeface="맑은 고딕"/>
                </a:rPr>
                <a:t>드롭다운으로</a:t>
              </a:r>
              <a:r>
                <a:rPr lang="ko-KR" altLang="en-US" sz="1000" dirty="0">
                  <a:latin typeface="맑은 고딕"/>
                  <a:ea typeface="맑은 고딕"/>
                </a:rPr>
                <a:t> 수정할 메일 양식을 선택한다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2.</a:t>
              </a:r>
              <a:r>
                <a:rPr lang="ko-KR" altLang="en-US" sz="1000" dirty="0">
                  <a:latin typeface="맑은 고딕"/>
                  <a:ea typeface="맑은 고딕"/>
                </a:rPr>
                <a:t> 원본 메일을 확인할 수 있다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3. </a:t>
              </a:r>
              <a:r>
                <a:rPr lang="ko-KR" altLang="en-US" sz="1000" dirty="0">
                  <a:latin typeface="맑은 고딕"/>
                  <a:ea typeface="맑은 고딕"/>
                </a:rPr>
                <a:t>수정할 메일 양식을 입력한다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3. </a:t>
              </a:r>
              <a:r>
                <a:rPr lang="ko-KR" altLang="en-US" sz="1000" dirty="0">
                  <a:latin typeface="맑은 고딕"/>
                  <a:ea typeface="맑은 고딕"/>
                </a:rPr>
                <a:t>이미지 및 첨부파일을 등록한다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4. </a:t>
              </a:r>
              <a:r>
                <a:rPr lang="ko-KR" altLang="en-US" sz="1000" dirty="0">
                  <a:latin typeface="맑은 고딕"/>
                  <a:ea typeface="맑은 고딕"/>
                </a:rPr>
                <a:t>수정버튼을 누른다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메일 수정</a:t>
            </a:r>
            <a:endParaRPr lang="ko-KR" altLang="en-US" sz="1300" b="1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0AD4DD-AEB7-1F4E-312E-2400FDC6BDD9}"/>
              </a:ext>
            </a:extLst>
          </p:cNvPr>
          <p:cNvSpPr/>
          <p:nvPr/>
        </p:nvSpPr>
        <p:spPr bwMode="auto">
          <a:xfrm>
            <a:off x="1309905" y="2806995"/>
            <a:ext cx="2496551" cy="166312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34FCC20-4B57-049A-E4B4-527EDF05D302}"/>
              </a:ext>
            </a:extLst>
          </p:cNvPr>
          <p:cNvSpPr/>
          <p:nvPr/>
        </p:nvSpPr>
        <p:spPr bwMode="auto">
          <a:xfrm>
            <a:off x="1137259" y="2636905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1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877594-2E98-87EC-E81E-7E0721750073}"/>
              </a:ext>
            </a:extLst>
          </p:cNvPr>
          <p:cNvSpPr/>
          <p:nvPr/>
        </p:nvSpPr>
        <p:spPr bwMode="auto">
          <a:xfrm>
            <a:off x="1309905" y="3097651"/>
            <a:ext cx="5239751" cy="2761653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C633773-9289-89F4-40AA-407FAD870D90}"/>
              </a:ext>
            </a:extLst>
          </p:cNvPr>
          <p:cNvSpPr/>
          <p:nvPr/>
        </p:nvSpPr>
        <p:spPr bwMode="auto">
          <a:xfrm>
            <a:off x="1132105" y="2888461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>
                <a:solidFill>
                  <a:srgbClr val="FF0000"/>
                </a:solidFill>
                <a:latin typeface="Arial" charset="0"/>
                <a:ea typeface="맑은 고딕" pitchFamily="50" charset="-127"/>
                <a:cs typeface="Arial" charset="0"/>
              </a:rPr>
              <a:t>2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85AA2B1-F3B4-581E-AE58-4AB7852D1CD2}"/>
              </a:ext>
            </a:extLst>
          </p:cNvPr>
          <p:cNvSpPr/>
          <p:nvPr/>
        </p:nvSpPr>
        <p:spPr bwMode="auto">
          <a:xfrm>
            <a:off x="5976220" y="2715178"/>
            <a:ext cx="573436" cy="297230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D01D27B1-EB02-BBCA-ACA1-6E1A1B599157}"/>
              </a:ext>
            </a:extLst>
          </p:cNvPr>
          <p:cNvSpPr/>
          <p:nvPr/>
        </p:nvSpPr>
        <p:spPr bwMode="auto">
          <a:xfrm>
            <a:off x="5798420" y="2553749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>
                <a:solidFill>
                  <a:srgbClr val="FF0000"/>
                </a:solidFill>
                <a:latin typeface="Arial" charset="0"/>
                <a:ea typeface="맑은 고딕" pitchFamily="50" charset="-127"/>
                <a:cs typeface="Arial" charset="0"/>
              </a:rPr>
              <a:t>4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396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B4EEF7A-8829-54B3-FBBE-502E0DA45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538" y="2188103"/>
            <a:ext cx="6261302" cy="351983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66EDBD-C2C2-A03A-A43E-2E5C85988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171" y="5154273"/>
            <a:ext cx="1829055" cy="885949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맑은 고딕"/>
                <a:ea typeface="맑은 고딕"/>
              </a:rPr>
              <a:t>3. </a:t>
            </a:r>
            <a:r>
              <a:rPr lang="ko-KR" altLang="en-US">
                <a:solidFill>
                  <a:schemeClr val="tx1"/>
                </a:solidFill>
                <a:latin typeface="맑은 고딕"/>
                <a:ea typeface="맑은 고딕"/>
              </a:rPr>
              <a:t>관리자 화면</a:t>
            </a:r>
            <a:r>
              <a:rPr lang="en-US" altLang="ko-KR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>
                <a:solidFill>
                  <a:schemeClr val="tx1"/>
                </a:solidFill>
                <a:latin typeface="맑은 고딕"/>
                <a:ea typeface="맑은 고딕"/>
              </a:rPr>
              <a:t>관리자 설정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관리자를 설정하는 페이지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1. </a:t>
              </a:r>
              <a:r>
                <a:rPr lang="ko-KR" altLang="en-US" sz="1000" dirty="0">
                  <a:latin typeface="맑은 고딕"/>
                  <a:ea typeface="맑은 고딕"/>
                </a:rPr>
                <a:t>등록할 관리자의 이름을 검색한다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2.</a:t>
              </a:r>
              <a:r>
                <a:rPr lang="ko-KR" altLang="en-US" sz="1000" dirty="0">
                  <a:latin typeface="맑은 고딕"/>
                  <a:ea typeface="맑은 고딕"/>
                </a:rPr>
                <a:t> 등록할 관리자를 선택한다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3. </a:t>
              </a:r>
              <a:r>
                <a:rPr lang="ko-KR" altLang="en-US" sz="1000" dirty="0">
                  <a:latin typeface="맑은 고딕"/>
                  <a:ea typeface="맑은 고딕"/>
                </a:rPr>
                <a:t>버튼을 눌러</a:t>
              </a:r>
              <a:r>
                <a:rPr lang="en-US" altLang="ko-KR" sz="1000" dirty="0">
                  <a:latin typeface="맑은 고딕"/>
                  <a:ea typeface="맑은 고딕"/>
                </a:rPr>
                <a:t> </a:t>
              </a:r>
              <a:r>
                <a:rPr lang="ko-KR" altLang="en-US" sz="1000" dirty="0">
                  <a:latin typeface="맑은 고딕"/>
                  <a:ea typeface="맑은 고딕"/>
                </a:rPr>
                <a:t>등록한다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4. </a:t>
              </a:r>
              <a:r>
                <a:rPr lang="ko-KR" altLang="en-US" sz="1000" dirty="0">
                  <a:latin typeface="맑은 고딕"/>
                  <a:ea typeface="맑은 고딕"/>
                </a:rPr>
                <a:t>삭제할 관리자를 선택한다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5. </a:t>
              </a:r>
              <a:r>
                <a:rPr lang="ko-KR" altLang="en-US" sz="1000" dirty="0">
                  <a:latin typeface="맑은 고딕"/>
                  <a:ea typeface="맑은 고딕"/>
                </a:rPr>
                <a:t>버튼을 눌러 삭제한다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E3,F3 </a:t>
              </a:r>
              <a:r>
                <a:rPr lang="ko-KR" altLang="en-US" sz="1000" dirty="0">
                  <a:latin typeface="맑은 고딕"/>
                  <a:ea typeface="맑은 고딕"/>
                </a:rPr>
                <a:t>라이선스 개수 및 갱신일자를 파악한다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관리자 설정</a:t>
            </a:r>
            <a:endParaRPr lang="ko-KR" altLang="en-US" sz="1300" b="1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0AD4DD-AEB7-1F4E-312E-2400FDC6BDD9}"/>
              </a:ext>
            </a:extLst>
          </p:cNvPr>
          <p:cNvSpPr/>
          <p:nvPr/>
        </p:nvSpPr>
        <p:spPr bwMode="auto">
          <a:xfrm>
            <a:off x="1315060" y="2581927"/>
            <a:ext cx="1442318" cy="166312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34FCC20-4B57-049A-E4B4-527EDF05D302}"/>
              </a:ext>
            </a:extLst>
          </p:cNvPr>
          <p:cNvSpPr/>
          <p:nvPr/>
        </p:nvSpPr>
        <p:spPr bwMode="auto">
          <a:xfrm>
            <a:off x="1137260" y="2470220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1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5AD545C-90F2-0659-29B2-3C262C9F2D36}"/>
              </a:ext>
            </a:extLst>
          </p:cNvPr>
          <p:cNvSpPr/>
          <p:nvPr/>
        </p:nvSpPr>
        <p:spPr bwMode="auto">
          <a:xfrm>
            <a:off x="1315060" y="2923836"/>
            <a:ext cx="223117" cy="166312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46CEE62-C0ED-966F-7905-B4525EF7DBB1}"/>
              </a:ext>
            </a:extLst>
          </p:cNvPr>
          <p:cNvSpPr/>
          <p:nvPr/>
        </p:nvSpPr>
        <p:spPr bwMode="auto">
          <a:xfrm>
            <a:off x="1137260" y="2776790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>
                <a:solidFill>
                  <a:srgbClr val="FF0000"/>
                </a:solidFill>
                <a:latin typeface="Arial" charset="0"/>
                <a:ea typeface="맑은 고딕" pitchFamily="50" charset="-127"/>
                <a:cs typeface="Arial" charset="0"/>
              </a:rPr>
              <a:t>2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5779DB2-10E9-B40C-8E71-0E8CF5958B3B}"/>
              </a:ext>
            </a:extLst>
          </p:cNvPr>
          <p:cNvSpPr/>
          <p:nvPr/>
        </p:nvSpPr>
        <p:spPr bwMode="auto">
          <a:xfrm>
            <a:off x="3340126" y="2581927"/>
            <a:ext cx="321187" cy="195275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1B95A38-A8D6-73E5-2E8C-B0DC4683C62A}"/>
              </a:ext>
            </a:extLst>
          </p:cNvPr>
          <p:cNvSpPr/>
          <p:nvPr/>
        </p:nvSpPr>
        <p:spPr bwMode="auto">
          <a:xfrm>
            <a:off x="3162326" y="2416834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3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3BED017-A1A4-51E3-FF91-5BFA0109E0F4}"/>
              </a:ext>
            </a:extLst>
          </p:cNvPr>
          <p:cNvSpPr/>
          <p:nvPr/>
        </p:nvSpPr>
        <p:spPr bwMode="auto">
          <a:xfrm>
            <a:off x="3661313" y="2920172"/>
            <a:ext cx="223117" cy="879471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3DDE0C69-F612-CB37-A926-7DDFD47D5330}"/>
              </a:ext>
            </a:extLst>
          </p:cNvPr>
          <p:cNvSpPr/>
          <p:nvPr/>
        </p:nvSpPr>
        <p:spPr bwMode="auto">
          <a:xfrm>
            <a:off x="3473034" y="2837016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>
                <a:solidFill>
                  <a:srgbClr val="FF0000"/>
                </a:solidFill>
                <a:latin typeface="Arial" charset="0"/>
                <a:ea typeface="맑은 고딕" pitchFamily="50" charset="-127"/>
                <a:cs typeface="Arial" charset="0"/>
              </a:rPr>
              <a:t>4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8577D5-D125-5126-0624-F2919CFD30FA}"/>
              </a:ext>
            </a:extLst>
          </p:cNvPr>
          <p:cNvSpPr/>
          <p:nvPr/>
        </p:nvSpPr>
        <p:spPr bwMode="auto">
          <a:xfrm>
            <a:off x="6299684" y="2539399"/>
            <a:ext cx="321187" cy="255089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B24ED3C-1D3F-2A93-2EC9-B6C527E14D64}"/>
              </a:ext>
            </a:extLst>
          </p:cNvPr>
          <p:cNvSpPr/>
          <p:nvPr/>
        </p:nvSpPr>
        <p:spPr bwMode="auto">
          <a:xfrm>
            <a:off x="6172888" y="2379236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5</a:t>
            </a:r>
            <a:endParaRPr kumimoji="1" lang="ko-KR" altLang="en-US" sz="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B05C231-2559-0690-FD0F-BFCDCF1A608C}"/>
              </a:ext>
            </a:extLst>
          </p:cNvPr>
          <p:cNvSpPr/>
          <p:nvPr/>
        </p:nvSpPr>
        <p:spPr bwMode="auto">
          <a:xfrm>
            <a:off x="1426618" y="5178721"/>
            <a:ext cx="1871658" cy="885949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707642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1_Office 테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00"/>
        </a:solidFill>
        <a:ln>
          <a:noFill/>
        </a:ln>
        <a:effectLst/>
        <a:extLs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oval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200" b="0" i="0" u="none" strike="noStrike" cap="none" normalizeH="0" baseline="0" smtClean="0">
            <a:ln>
              <a:noFill/>
            </a:ln>
            <a:effectLst/>
            <a:latin typeface="Arial" charset="0"/>
            <a:ea typeface="맑은 고딕" pitchFamily="50" charset="-127"/>
            <a:cs typeface="Arial" charset="0"/>
          </a:defRPr>
        </a:defPPr>
      </a:lstStyle>
    </a:spDef>
    <a:lnDef>
      <a:spPr bwMode="auto">
        <a:solidFill>
          <a:srgbClr val="D8D8DA"/>
        </a:solidFill>
        <a:ln w="6350">
          <a:solidFill>
            <a:schemeClr val="tx1"/>
          </a:solidFill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_Office 테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맑은 고딕"/>
        <a:ea typeface="맑은 고딕"/>
        <a:cs typeface="맑은 고딕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3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3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6c982b3-6b43-48aa-a2df-012dd47bec39">
      <UserInfo>
        <DisplayName>배태영</DisplayName>
        <AccountId>19</AccountId>
        <AccountType/>
      </UserInfo>
    </SharedWithUsers>
    <lcf76f155ced4ddcb4097134ff3c332f xmlns="c07cada4-5f9c-4780-a110-430c96f3c1a7">
      <Terms xmlns="http://schemas.microsoft.com/office/infopath/2007/PartnerControls"/>
    </lcf76f155ced4ddcb4097134ff3c332f>
    <TaxCatchAll xmlns="b6c982b3-6b43-48aa-a2df-012dd47bec3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0409FB05310CA498D63EF8E789716EF" ma:contentTypeVersion="11" ma:contentTypeDescription="새 문서를 만듭니다." ma:contentTypeScope="" ma:versionID="c7ffaa198540b0af42324d566fa58480">
  <xsd:schema xmlns:xsd="http://www.w3.org/2001/XMLSchema" xmlns:xs="http://www.w3.org/2001/XMLSchema" xmlns:p="http://schemas.microsoft.com/office/2006/metadata/properties" xmlns:ns2="c07cada4-5f9c-4780-a110-430c96f3c1a7" xmlns:ns3="b6c982b3-6b43-48aa-a2df-012dd47bec39" targetNamespace="http://schemas.microsoft.com/office/2006/metadata/properties" ma:root="true" ma:fieldsID="c7f012b5de1c2416c6689f64f7f39e88" ns2:_="" ns3:_="">
    <xsd:import namespace="c07cada4-5f9c-4780-a110-430c96f3c1a7"/>
    <xsd:import namespace="b6c982b3-6b43-48aa-a2df-012dd47bec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7cada4-5f9c-4780-a110-430c96f3c1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e3b00611-f1c6-4fd4-9393-b2b4fb5ba6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c982b3-6b43-48aa-a2df-012dd47bec3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7c1c57a9-4185-4f8d-9b18-9374433c6717}" ma:internalName="TaxCatchAll" ma:showField="CatchAllData" ma:web="b6c982b3-6b43-48aa-a2df-012dd47bec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2202AA-17C4-4E7B-8DA5-47FC270625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0B1393-AA95-4CA4-98E2-B3C9308B6AAE}">
  <ds:schemaRefs>
    <ds:schemaRef ds:uri="b6c982b3-6b43-48aa-a2df-012dd47bec39"/>
    <ds:schemaRef ds:uri="c07cada4-5f9c-4780-a110-430c96f3c1a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EA9A8D7-7BAD-4600-B769-5624DFEB447A}"/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443</Words>
  <Application>Microsoft Office PowerPoint</Application>
  <PresentationFormat>A4 용지(210x297mm)</PresentationFormat>
  <Paragraphs>103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Wingdings,Sans-Serif</vt:lpstr>
      <vt:lpstr>맑은 고딕</vt:lpstr>
      <vt:lpstr>맑은 고딕</vt:lpstr>
      <vt:lpstr>Arial</vt:lpstr>
      <vt:lpstr>Calibri</vt:lpstr>
      <vt:lpstr>Calibri Light</vt:lpstr>
      <vt:lpstr>Wingdings</vt:lpstr>
      <vt:lpstr>2_Office 테마</vt:lpstr>
      <vt:lpstr>PowerPoint 프레젠테이션</vt:lpstr>
      <vt:lpstr>0. 메뉴바</vt:lpstr>
      <vt:lpstr>1. 사용자 화면: 조회 및 신청</vt:lpstr>
      <vt:lpstr>2. 사용자 화면: 부서별 신청 현황</vt:lpstr>
      <vt:lpstr>3. 사용자 화면: 개인 조회</vt:lpstr>
      <vt:lpstr>1. 관리자 화면: 신청 현황</vt:lpstr>
      <vt:lpstr>2. 관리자 화면: 메일 수정</vt:lpstr>
      <vt:lpstr>3. 관리자 화면: 관리자 설정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bs seo</dc:creator>
  <cp:keywords/>
  <dc:description/>
  <cp:lastModifiedBy>배태영</cp:lastModifiedBy>
  <cp:revision>7</cp:revision>
  <cp:lastPrinted>2022-11-20T12:31:23Z</cp:lastPrinted>
  <dcterms:modified xsi:type="dcterms:W3CDTF">2024-01-08T01:50:30Z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0x01010080409FB05310CA498D63EF8E789716EF</vt:lpwstr>
  </property>
  <property fmtid="{D5CDD505-2E9C-101B-9397-08002B2CF9AE}" pid="3" name="MediaServiceImageTags">
    <vt:lpwstr/>
  </property>
</Properties>
</file>