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715" r:id="rId4"/>
  </p:sldMasterIdLst>
  <p:notesMasterIdLst>
    <p:notesMasterId r:id="rId16"/>
  </p:notesMasterIdLst>
  <p:handoutMasterIdLst>
    <p:handoutMasterId r:id="rId17"/>
  </p:handoutMasterIdLst>
  <p:sldIdLst>
    <p:sldId id="10206" r:id="rId5"/>
    <p:sldId id="2143188420" r:id="rId6"/>
    <p:sldId id="2143188431" r:id="rId7"/>
    <p:sldId id="2143188432" r:id="rId8"/>
    <p:sldId id="2143188421" r:id="rId9"/>
    <p:sldId id="2143188422" r:id="rId10"/>
    <p:sldId id="2143188426" r:id="rId11"/>
    <p:sldId id="2143188428" r:id="rId12"/>
    <p:sldId id="2143188433" r:id="rId13"/>
    <p:sldId id="2143188427" r:id="rId14"/>
    <p:sldId id="2143188430" r:id="rId15"/>
  </p:sldIdLst>
  <p:sldSz cx="9906000" cy="6858000" type="A4"/>
  <p:notesSz cx="6797675" cy="9926638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1pPr>
    <a:lvl2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2pPr>
    <a:lvl3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3pPr>
    <a:lvl4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4pPr>
    <a:lvl5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5pPr>
    <a:lvl6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6pPr>
    <a:lvl7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7pPr>
    <a:lvl8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8pPr>
    <a:lvl9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3226" userDrawn="1">
          <p15:clr>
            <a:srgbClr val="A4A3A4"/>
          </p15:clr>
        </p15:guide>
        <p15:guide id="2" orient="horz" pos="1661" userDrawn="1">
          <p15:clr>
            <a:srgbClr val="A4A3A4"/>
          </p15:clr>
        </p15:guide>
        <p15:guide id="4" orient="horz" pos="2999" userDrawn="1">
          <p15:clr>
            <a:srgbClr val="A4A3A4"/>
          </p15:clr>
        </p15:guide>
        <p15:guide id="6" orient="horz" pos="4042" userDrawn="1">
          <p15:clr>
            <a:srgbClr val="A4A3A4"/>
          </p15:clr>
        </p15:guide>
        <p15:guide id="7" pos="444" userDrawn="1">
          <p15:clr>
            <a:srgbClr val="A4A3A4"/>
          </p15:clr>
        </p15:guide>
        <p15:guide id="8" pos="3188" userDrawn="1">
          <p15:clr>
            <a:srgbClr val="A4A3A4"/>
          </p15:clr>
        </p15:guide>
        <p15:guide id="9" pos="2984" userDrawn="1">
          <p15:clr>
            <a:srgbClr val="A4A3A4"/>
          </p15:clr>
        </p15:guide>
        <p15:guide id="10" pos="32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83F5DE-E24E-6E21-D9B4-13CBCCA73753}" name="정성철" initials="정" userId="S::sc.jung@dexconsulting.net::22b6b1a5-5c99-4043-a511-eba0e92f326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 lee" initials="SJl" lastIdx="3" clrIdx="0">
    <p:extLst>
      <p:ext uri="{19B8F6BF-5375-455C-9EA6-DF929625EA0E}">
        <p15:presenceInfo xmlns:p15="http://schemas.microsoft.com/office/powerpoint/2012/main" userId="74e0cbd72fbbbb0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8AC1"/>
    <a:srgbClr val="0E63EC"/>
    <a:srgbClr val="FFD054"/>
    <a:srgbClr val="841F91"/>
    <a:srgbClr val="C1B8AF"/>
    <a:srgbClr val="6D87E3"/>
    <a:srgbClr val="F99200"/>
    <a:srgbClr val="2D80B3"/>
    <a:srgbClr val="1055A7"/>
    <a:srgbClr val="085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81EE52-DC57-407F-9E57-AC59667C2BBD}" v="85" dt="2023-12-18T00:21:15.76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1" autoAdjust="0"/>
    <p:restoredTop sz="94660"/>
  </p:normalViewPr>
  <p:slideViewPr>
    <p:cSldViewPr snapToGrid="0">
      <p:cViewPr>
        <p:scale>
          <a:sx n="100" d="100"/>
          <a:sy n="100" d="100"/>
        </p:scale>
        <p:origin x="1194" y="258"/>
      </p:cViewPr>
      <p:guideLst>
        <p:guide orient="horz" pos="3226"/>
        <p:guide orient="horz" pos="1661"/>
        <p:guide orient="horz" pos="2999"/>
        <p:guide orient="horz" pos="4042"/>
        <p:guide pos="444"/>
        <p:guide pos="3188"/>
        <p:guide pos="2984"/>
        <p:guide pos="323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지이" userId="f44ca051-1fb9-4cdd-8676-31e323ee5099" providerId="ADAL" clId="{5F81EE52-DC57-407F-9E57-AC59667C2BBD}"/>
    <pc:docChg chg="undo custSel addSld delSld modSld">
      <pc:chgData name="최지이" userId="f44ca051-1fb9-4cdd-8676-31e323ee5099" providerId="ADAL" clId="{5F81EE52-DC57-407F-9E57-AC59667C2BBD}" dt="2023-12-18T00:23:40.578" v="1677" actId="1037"/>
      <pc:docMkLst>
        <pc:docMk/>
      </pc:docMkLst>
      <pc:sldChg chg="addSp delSp modSp mod">
        <pc:chgData name="최지이" userId="f44ca051-1fb9-4cdd-8676-31e323ee5099" providerId="ADAL" clId="{5F81EE52-DC57-407F-9E57-AC59667C2BBD}" dt="2023-12-17T23:57:38.596" v="1315" actId="14861"/>
        <pc:sldMkLst>
          <pc:docMk/>
          <pc:sldMk cId="2064342030" sldId="2143188420"/>
        </pc:sldMkLst>
        <pc:spChg chg="mod">
          <ac:chgData name="최지이" userId="f44ca051-1fb9-4cdd-8676-31e323ee5099" providerId="ADAL" clId="{5F81EE52-DC57-407F-9E57-AC59667C2BBD}" dt="2023-12-15T08:50:55.638" v="850" actId="20577"/>
          <ac:spMkLst>
            <pc:docMk/>
            <pc:sldMk cId="2064342030" sldId="2143188420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7T23:53:55.762" v="1096" actId="20577"/>
          <ac:spMkLst>
            <pc:docMk/>
            <pc:sldMk cId="2064342030" sldId="2143188420"/>
            <ac:spMk id="10" creationId="{F17377D5-8C14-7BEA-400A-622E3EEA9435}"/>
          </ac:spMkLst>
        </pc:spChg>
        <pc:spChg chg="mod ord">
          <ac:chgData name="최지이" userId="f44ca051-1fb9-4cdd-8676-31e323ee5099" providerId="ADAL" clId="{5F81EE52-DC57-407F-9E57-AC59667C2BBD}" dt="2023-12-17T23:56:52.525" v="1308" actId="166"/>
          <ac:spMkLst>
            <pc:docMk/>
            <pc:sldMk cId="2064342030" sldId="2143188420"/>
            <ac:spMk id="14" creationId="{1D66FD3B-031E-F192-B578-8A410BC3D764}"/>
          </ac:spMkLst>
        </pc:spChg>
        <pc:spChg chg="mod">
          <ac:chgData name="최지이" userId="f44ca051-1fb9-4cdd-8676-31e323ee5099" providerId="ADAL" clId="{5F81EE52-DC57-407F-9E57-AC59667C2BBD}" dt="2023-12-17T23:55:46.671" v="1295"/>
          <ac:spMkLst>
            <pc:docMk/>
            <pc:sldMk cId="2064342030" sldId="2143188420"/>
            <ac:spMk id="31" creationId="{5B9CB65E-64C0-448E-B1A7-BF9E443511CA}"/>
          </ac:spMkLst>
        </pc:spChg>
        <pc:spChg chg="mod">
          <ac:chgData name="최지이" userId="f44ca051-1fb9-4cdd-8676-31e323ee5099" providerId="ADAL" clId="{5F81EE52-DC57-407F-9E57-AC59667C2BBD}" dt="2023-12-15T08:40:39.516" v="110"/>
          <ac:spMkLst>
            <pc:docMk/>
            <pc:sldMk cId="2064342030" sldId="2143188420"/>
            <ac:spMk id="33" creationId="{35FF9204-BF83-43DE-A3B6-846D009F8E3E}"/>
          </ac:spMkLst>
        </pc:spChg>
        <pc:picChg chg="mod ord">
          <ac:chgData name="최지이" userId="f44ca051-1fb9-4cdd-8676-31e323ee5099" providerId="ADAL" clId="{5F81EE52-DC57-407F-9E57-AC59667C2BBD}" dt="2023-12-17T23:56:52.525" v="1308" actId="166"/>
          <ac:picMkLst>
            <pc:docMk/>
            <pc:sldMk cId="2064342030" sldId="2143188420"/>
            <ac:picMk id="4" creationId="{14CE81CB-9E09-ECA0-F7F4-7E79568B6AD9}"/>
          </ac:picMkLst>
        </pc:picChg>
        <pc:picChg chg="add mod ord">
          <ac:chgData name="최지이" userId="f44ca051-1fb9-4cdd-8676-31e323ee5099" providerId="ADAL" clId="{5F81EE52-DC57-407F-9E57-AC59667C2BBD}" dt="2023-12-17T23:56:33.525" v="1304" actId="1076"/>
          <ac:picMkLst>
            <pc:docMk/>
            <pc:sldMk cId="2064342030" sldId="2143188420"/>
            <ac:picMk id="5" creationId="{F4D112CD-722F-E79E-EB6A-752D67E70C14}"/>
          </ac:picMkLst>
        </pc:picChg>
        <pc:picChg chg="del">
          <ac:chgData name="최지이" userId="f44ca051-1fb9-4cdd-8676-31e323ee5099" providerId="ADAL" clId="{5F81EE52-DC57-407F-9E57-AC59667C2BBD}" dt="2023-12-15T08:32:01.437" v="0" actId="478"/>
          <ac:picMkLst>
            <pc:docMk/>
            <pc:sldMk cId="2064342030" sldId="2143188420"/>
            <ac:picMk id="7" creationId="{2CC9B3EB-3DEE-CC91-68CB-5112E8215539}"/>
          </ac:picMkLst>
        </pc:picChg>
        <pc:picChg chg="add mod ord">
          <ac:chgData name="최지이" userId="f44ca051-1fb9-4cdd-8676-31e323ee5099" providerId="ADAL" clId="{5F81EE52-DC57-407F-9E57-AC59667C2BBD}" dt="2023-12-17T23:57:38.596" v="1315" actId="14861"/>
          <ac:picMkLst>
            <pc:docMk/>
            <pc:sldMk cId="2064342030" sldId="2143188420"/>
            <ac:picMk id="7" creationId="{BD724F8D-4425-14C8-01EC-D6BD65024E7C}"/>
          </ac:picMkLst>
        </pc:picChg>
        <pc:picChg chg="del">
          <ac:chgData name="최지이" userId="f44ca051-1fb9-4cdd-8676-31e323ee5099" providerId="ADAL" clId="{5F81EE52-DC57-407F-9E57-AC59667C2BBD}" dt="2023-12-15T08:34:48.347" v="18" actId="478"/>
          <ac:picMkLst>
            <pc:docMk/>
            <pc:sldMk cId="2064342030" sldId="2143188420"/>
            <ac:picMk id="8" creationId="{75106EA6-41AE-E76B-04B0-EE1C866EDB17}"/>
          </ac:picMkLst>
        </pc:picChg>
        <pc:picChg chg="mod ord">
          <ac:chgData name="최지이" userId="f44ca051-1fb9-4cdd-8676-31e323ee5099" providerId="ADAL" clId="{5F81EE52-DC57-407F-9E57-AC59667C2BBD}" dt="2023-12-17T23:56:52.525" v="1308" actId="166"/>
          <ac:picMkLst>
            <pc:docMk/>
            <pc:sldMk cId="2064342030" sldId="2143188420"/>
            <ac:picMk id="13" creationId="{0EA91B64-66C9-4A95-37A6-AF9CCCDAD3CF}"/>
          </ac:picMkLst>
        </pc:picChg>
        <pc:picChg chg="add del mod ord">
          <ac:chgData name="최지이" userId="f44ca051-1fb9-4cdd-8676-31e323ee5099" providerId="ADAL" clId="{5F81EE52-DC57-407F-9E57-AC59667C2BBD}" dt="2023-12-17T23:55:48.533" v="1296" actId="478"/>
          <ac:picMkLst>
            <pc:docMk/>
            <pc:sldMk cId="2064342030" sldId="2143188420"/>
            <ac:picMk id="15" creationId="{CF3732BF-AB90-5B84-C2AD-ED0F03896134}"/>
          </ac:picMkLst>
        </pc:picChg>
        <pc:cxnChg chg="mod">
          <ac:chgData name="최지이" userId="f44ca051-1fb9-4cdd-8676-31e323ee5099" providerId="ADAL" clId="{5F81EE52-DC57-407F-9E57-AC59667C2BBD}" dt="2023-12-17T23:55:48.533" v="1296" actId="478"/>
          <ac:cxnSpMkLst>
            <pc:docMk/>
            <pc:sldMk cId="2064342030" sldId="2143188420"/>
            <ac:cxnSpMk id="12" creationId="{4B200AA5-68DF-803A-B3E3-E3EE51B6ED37}"/>
          </ac:cxnSpMkLst>
        </pc:cxnChg>
        <pc:cxnChg chg="mod ord">
          <ac:chgData name="최지이" userId="f44ca051-1fb9-4cdd-8676-31e323ee5099" providerId="ADAL" clId="{5F81EE52-DC57-407F-9E57-AC59667C2BBD}" dt="2023-12-17T23:56:52.525" v="1308" actId="166"/>
          <ac:cxnSpMkLst>
            <pc:docMk/>
            <pc:sldMk cId="2064342030" sldId="2143188420"/>
            <ac:cxnSpMk id="17" creationId="{D45A8844-0D1F-FA4A-FBDD-3DCA972CA443}"/>
          </ac:cxnSpMkLst>
        </pc:cxnChg>
      </pc:sldChg>
      <pc:sldChg chg="addSp delSp modSp mod">
        <pc:chgData name="최지이" userId="f44ca051-1fb9-4cdd-8676-31e323ee5099" providerId="ADAL" clId="{5F81EE52-DC57-407F-9E57-AC59667C2BBD}" dt="2023-12-18T00:10:27.438" v="1380" actId="20577"/>
        <pc:sldMkLst>
          <pc:docMk/>
          <pc:sldMk cId="1320317936" sldId="2143188421"/>
        </pc:sldMkLst>
        <pc:spChg chg="mod">
          <ac:chgData name="최지이" userId="f44ca051-1fb9-4cdd-8676-31e323ee5099" providerId="ADAL" clId="{5F81EE52-DC57-407F-9E57-AC59667C2BBD}" dt="2023-12-18T00:10:27.438" v="1380" actId="20577"/>
          <ac:spMkLst>
            <pc:docMk/>
            <pc:sldMk cId="1320317936" sldId="2143188421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8T00:00:13.200" v="1319" actId="255"/>
          <ac:spMkLst>
            <pc:docMk/>
            <pc:sldMk cId="1320317936" sldId="2143188421"/>
            <ac:spMk id="31" creationId="{5B9CB65E-64C0-448E-B1A7-BF9E443511CA}"/>
          </ac:spMkLst>
        </pc:spChg>
        <pc:picChg chg="add mod">
          <ac:chgData name="최지이" userId="f44ca051-1fb9-4cdd-8676-31e323ee5099" providerId="ADAL" clId="{5F81EE52-DC57-407F-9E57-AC59667C2BBD}" dt="2023-12-18T00:02:58.400" v="1339" actId="1035"/>
          <ac:picMkLst>
            <pc:docMk/>
            <pc:sldMk cId="1320317936" sldId="2143188421"/>
            <ac:picMk id="4" creationId="{FD9DF285-9694-3C78-9B88-DD830A09BB80}"/>
          </ac:picMkLst>
        </pc:picChg>
        <pc:picChg chg="del">
          <ac:chgData name="최지이" userId="f44ca051-1fb9-4cdd-8676-31e323ee5099" providerId="ADAL" clId="{5F81EE52-DC57-407F-9E57-AC59667C2BBD}" dt="2023-12-18T00:01:48.026" v="1320" actId="478"/>
          <ac:picMkLst>
            <pc:docMk/>
            <pc:sldMk cId="1320317936" sldId="2143188421"/>
            <ac:picMk id="7" creationId="{D92596E0-CE18-E66F-5677-F3A5D1C986F9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11:55.610" v="1385" actId="1076"/>
        <pc:sldMkLst>
          <pc:docMk/>
          <pc:sldMk cId="3083526145" sldId="2143188422"/>
        </pc:sldMkLst>
        <pc:spChg chg="mod">
          <ac:chgData name="최지이" userId="f44ca051-1fb9-4cdd-8676-31e323ee5099" providerId="ADAL" clId="{5F81EE52-DC57-407F-9E57-AC59667C2BBD}" dt="2023-12-18T00:10:06.551" v="1379" actId="20577"/>
          <ac:spMkLst>
            <pc:docMk/>
            <pc:sldMk cId="3083526145" sldId="2143188422"/>
            <ac:spMk id="3" creationId="{00000000-0000-0000-0000-000000000000}"/>
          </ac:spMkLst>
        </pc:spChg>
        <pc:spChg chg="del">
          <ac:chgData name="최지이" userId="f44ca051-1fb9-4cdd-8676-31e323ee5099" providerId="ADAL" clId="{5F81EE52-DC57-407F-9E57-AC59667C2BBD}" dt="2023-12-18T00:03:17.457" v="1341" actId="478"/>
          <ac:spMkLst>
            <pc:docMk/>
            <pc:sldMk cId="3083526145" sldId="2143188422"/>
            <ac:spMk id="5" creationId="{CAC44F47-C8E1-198C-6C2D-F1A405986EA2}"/>
          </ac:spMkLst>
        </pc:spChg>
        <pc:spChg chg="add mod">
          <ac:chgData name="최지이" userId="f44ca051-1fb9-4cdd-8676-31e323ee5099" providerId="ADAL" clId="{5F81EE52-DC57-407F-9E57-AC59667C2BBD}" dt="2023-12-18T00:07:30.589" v="1375" actId="1036"/>
          <ac:spMkLst>
            <pc:docMk/>
            <pc:sldMk cId="3083526145" sldId="2143188422"/>
            <ac:spMk id="12" creationId="{6B13773F-A26D-0ED8-CB42-48A269C2476B}"/>
          </ac:spMkLst>
        </pc:spChg>
        <pc:spChg chg="mod">
          <ac:chgData name="최지이" userId="f44ca051-1fb9-4cdd-8676-31e323ee5099" providerId="ADAL" clId="{5F81EE52-DC57-407F-9E57-AC59667C2BBD}" dt="2023-12-18T00:04:43.611" v="1359" actId="113"/>
          <ac:spMkLst>
            <pc:docMk/>
            <pc:sldMk cId="3083526145" sldId="2143188422"/>
            <ac:spMk id="31" creationId="{5B9CB65E-64C0-448E-B1A7-BF9E443511CA}"/>
          </ac:spMkLst>
        </pc:spChg>
        <pc:spChg chg="mod">
          <ac:chgData name="최지이" userId="f44ca051-1fb9-4cdd-8676-31e323ee5099" providerId="ADAL" clId="{5F81EE52-DC57-407F-9E57-AC59667C2BBD}" dt="2023-12-18T00:11:55.610" v="1385" actId="1076"/>
          <ac:spMkLst>
            <pc:docMk/>
            <pc:sldMk cId="3083526145" sldId="2143188422"/>
            <ac:spMk id="33" creationId="{35FF9204-BF83-43DE-A3B6-846D009F8E3E}"/>
          </ac:spMkLst>
        </pc:spChg>
        <pc:picChg chg="add mod">
          <ac:chgData name="최지이" userId="f44ca051-1fb9-4cdd-8676-31e323ee5099" providerId="ADAL" clId="{5F81EE52-DC57-407F-9E57-AC59667C2BBD}" dt="2023-12-18T00:06:49.509" v="1360" actId="14100"/>
          <ac:picMkLst>
            <pc:docMk/>
            <pc:sldMk cId="3083526145" sldId="2143188422"/>
            <ac:picMk id="4" creationId="{03B002B6-B30E-7F93-D9B9-9CC4A605118F}"/>
          </ac:picMkLst>
        </pc:picChg>
        <pc:picChg chg="del">
          <ac:chgData name="최지이" userId="f44ca051-1fb9-4cdd-8676-31e323ee5099" providerId="ADAL" clId="{5F81EE52-DC57-407F-9E57-AC59667C2BBD}" dt="2023-12-18T00:03:10.856" v="1340" actId="478"/>
          <ac:picMkLst>
            <pc:docMk/>
            <pc:sldMk cId="3083526145" sldId="2143188422"/>
            <ac:picMk id="7" creationId="{5E82BDD4-5DE9-BBE7-4288-EBC9F4FD7917}"/>
          </ac:picMkLst>
        </pc:picChg>
        <pc:picChg chg="del">
          <ac:chgData name="최지이" userId="f44ca051-1fb9-4cdd-8676-31e323ee5099" providerId="ADAL" clId="{5F81EE52-DC57-407F-9E57-AC59667C2BBD}" dt="2023-12-18T00:03:17.787" v="1342" actId="478"/>
          <ac:picMkLst>
            <pc:docMk/>
            <pc:sldMk cId="3083526145" sldId="2143188422"/>
            <ac:picMk id="10" creationId="{F841C0DF-6EAF-AB5B-73DA-6F82CE76E0E3}"/>
          </ac:picMkLst>
        </pc:picChg>
        <pc:picChg chg="add mod">
          <ac:chgData name="최지이" userId="f44ca051-1fb9-4cdd-8676-31e323ee5099" providerId="ADAL" clId="{5F81EE52-DC57-407F-9E57-AC59667C2BBD}" dt="2023-12-18T00:07:06.720" v="1366" actId="14861"/>
          <ac:picMkLst>
            <pc:docMk/>
            <pc:sldMk cId="3083526145" sldId="2143188422"/>
            <ac:picMk id="11" creationId="{4BDA2257-F713-1BE6-4459-009D1FA73111}"/>
          </ac:picMkLst>
        </pc:picChg>
        <pc:cxnChg chg="del">
          <ac:chgData name="최지이" userId="f44ca051-1fb9-4cdd-8676-31e323ee5099" providerId="ADAL" clId="{5F81EE52-DC57-407F-9E57-AC59667C2BBD}" dt="2023-12-18T00:03:17.457" v="1341" actId="478"/>
          <ac:cxnSpMkLst>
            <pc:docMk/>
            <pc:sldMk cId="3083526145" sldId="2143188422"/>
            <ac:cxnSpMk id="8" creationId="{497D4C29-CAA0-E728-F312-712A7DD9F510}"/>
          </ac:cxnSpMkLst>
        </pc:cxnChg>
        <pc:cxnChg chg="add mod">
          <ac:chgData name="최지이" userId="f44ca051-1fb9-4cdd-8676-31e323ee5099" providerId="ADAL" clId="{5F81EE52-DC57-407F-9E57-AC59667C2BBD}" dt="2023-12-18T00:07:41.404" v="1376" actId="14100"/>
          <ac:cxnSpMkLst>
            <pc:docMk/>
            <pc:sldMk cId="3083526145" sldId="2143188422"/>
            <ac:cxnSpMk id="13" creationId="{EB07D58D-C817-675D-CC29-C17A7B5D764F}"/>
          </ac:cxnSpMkLst>
        </pc:cxnChg>
      </pc:sldChg>
      <pc:sldChg chg="addSp delSp modSp mod">
        <pc:chgData name="최지이" userId="f44ca051-1fb9-4cdd-8676-31e323ee5099" providerId="ADAL" clId="{5F81EE52-DC57-407F-9E57-AC59667C2BBD}" dt="2023-12-18T00:13:05.275" v="1499"/>
        <pc:sldMkLst>
          <pc:docMk/>
          <pc:sldMk cId="1114252945" sldId="2143188426"/>
        </pc:sldMkLst>
        <pc:spChg chg="mod">
          <ac:chgData name="최지이" userId="f44ca051-1fb9-4cdd-8676-31e323ee5099" providerId="ADAL" clId="{5F81EE52-DC57-407F-9E57-AC59667C2BBD}" dt="2023-12-18T00:11:47.877" v="1383" actId="20577"/>
          <ac:spMkLst>
            <pc:docMk/>
            <pc:sldMk cId="1114252945" sldId="2143188426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8T00:13:05.275" v="1499"/>
          <ac:spMkLst>
            <pc:docMk/>
            <pc:sldMk cId="1114252945" sldId="2143188426"/>
            <ac:spMk id="31" creationId="{5B9CB65E-64C0-448E-B1A7-BF9E443511CA}"/>
          </ac:spMkLst>
        </pc:spChg>
        <pc:picChg chg="add mod">
          <ac:chgData name="최지이" userId="f44ca051-1fb9-4cdd-8676-31e323ee5099" providerId="ADAL" clId="{5F81EE52-DC57-407F-9E57-AC59667C2BBD}" dt="2023-12-18T00:12:31.400" v="1394" actId="14100"/>
          <ac:picMkLst>
            <pc:docMk/>
            <pc:sldMk cId="1114252945" sldId="2143188426"/>
            <ac:picMk id="4" creationId="{2F7F11CA-FC67-9039-63BC-BB365D75C978}"/>
          </ac:picMkLst>
        </pc:picChg>
        <pc:picChg chg="del">
          <ac:chgData name="최지이" userId="f44ca051-1fb9-4cdd-8676-31e323ee5099" providerId="ADAL" clId="{5F81EE52-DC57-407F-9E57-AC59667C2BBD}" dt="2023-12-18T00:09:50.342" v="1377" actId="478"/>
          <ac:picMkLst>
            <pc:docMk/>
            <pc:sldMk cId="1114252945" sldId="2143188426"/>
            <ac:picMk id="13" creationId="{0088C59A-F795-3F47-EBC5-598FC331C2A0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22:22.874" v="1656" actId="1036"/>
        <pc:sldMkLst>
          <pc:docMk/>
          <pc:sldMk cId="1551480034" sldId="2143188427"/>
        </pc:sldMkLst>
        <pc:picChg chg="del">
          <ac:chgData name="최지이" userId="f44ca051-1fb9-4cdd-8676-31e323ee5099" providerId="ADAL" clId="{5F81EE52-DC57-407F-9E57-AC59667C2BBD}" dt="2023-12-18T00:22:03.098" v="1632" actId="478"/>
          <ac:picMkLst>
            <pc:docMk/>
            <pc:sldMk cId="1551480034" sldId="2143188427"/>
            <ac:picMk id="2" creationId="{B8E19435-14F1-8B37-208C-D64BC81AA856}"/>
          </ac:picMkLst>
        </pc:picChg>
        <pc:picChg chg="add mod">
          <ac:chgData name="최지이" userId="f44ca051-1fb9-4cdd-8676-31e323ee5099" providerId="ADAL" clId="{5F81EE52-DC57-407F-9E57-AC59667C2BBD}" dt="2023-12-18T00:22:22.874" v="1656" actId="1036"/>
          <ac:picMkLst>
            <pc:docMk/>
            <pc:sldMk cId="1551480034" sldId="2143188427"/>
            <ac:picMk id="5" creationId="{F430D398-723D-EFF3-0903-38E6F4A7F35E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20:50.006" v="1612" actId="14861"/>
        <pc:sldMkLst>
          <pc:docMk/>
          <pc:sldMk cId="3676875363" sldId="2143188428"/>
        </pc:sldMkLst>
        <pc:spChg chg="mod">
          <ac:chgData name="최지이" userId="f44ca051-1fb9-4cdd-8676-31e323ee5099" providerId="ADAL" clId="{5F81EE52-DC57-407F-9E57-AC59667C2BBD}" dt="2023-12-18T00:17:16.467" v="1586" actId="20577"/>
          <ac:spMkLst>
            <pc:docMk/>
            <pc:sldMk cId="3676875363" sldId="2143188428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8T00:16:59.440" v="1583" actId="1035"/>
          <ac:spMkLst>
            <pc:docMk/>
            <pc:sldMk cId="3676875363" sldId="2143188428"/>
            <ac:spMk id="8" creationId="{D74F98B2-4DD0-8FD9-15E6-97902DE228E4}"/>
          </ac:spMkLst>
        </pc:spChg>
        <pc:spChg chg="add del mod topLvl">
          <ac:chgData name="최지이" userId="f44ca051-1fb9-4cdd-8676-31e323ee5099" providerId="ADAL" clId="{5F81EE52-DC57-407F-9E57-AC59667C2BBD}" dt="2023-12-18T00:18:38.771" v="1587" actId="478"/>
          <ac:spMkLst>
            <pc:docMk/>
            <pc:sldMk cId="3676875363" sldId="2143188428"/>
            <ac:spMk id="9" creationId="{CC15F9CE-B418-B397-21FB-D5AB416B8DCA}"/>
          </ac:spMkLst>
        </pc:spChg>
        <pc:spChg chg="mod">
          <ac:chgData name="최지이" userId="f44ca051-1fb9-4cdd-8676-31e323ee5099" providerId="ADAL" clId="{5F81EE52-DC57-407F-9E57-AC59667C2BBD}" dt="2023-12-18T00:20:22.381" v="1597" actId="5793"/>
          <ac:spMkLst>
            <pc:docMk/>
            <pc:sldMk cId="3676875363" sldId="2143188428"/>
            <ac:spMk id="31" creationId="{5B9CB65E-64C0-448E-B1A7-BF9E443511CA}"/>
          </ac:spMkLst>
        </pc:spChg>
        <pc:grpChg chg="add del mod">
          <ac:chgData name="최지이" userId="f44ca051-1fb9-4cdd-8676-31e323ee5099" providerId="ADAL" clId="{5F81EE52-DC57-407F-9E57-AC59667C2BBD}" dt="2023-12-18T00:18:38.771" v="1587" actId="478"/>
          <ac:grpSpMkLst>
            <pc:docMk/>
            <pc:sldMk cId="3676875363" sldId="2143188428"/>
            <ac:grpSpMk id="12" creationId="{B67B232E-778B-A8AF-0A38-89E35563EABE}"/>
          </ac:grpSpMkLst>
        </pc:grpChg>
        <pc:picChg chg="del mod">
          <ac:chgData name="최지이" userId="f44ca051-1fb9-4cdd-8676-31e323ee5099" providerId="ADAL" clId="{5F81EE52-DC57-407F-9E57-AC59667C2BBD}" dt="2023-12-18T00:13:31.024" v="1507" actId="478"/>
          <ac:picMkLst>
            <pc:docMk/>
            <pc:sldMk cId="3676875363" sldId="2143188428"/>
            <ac:picMk id="4" creationId="{35D65025-49DC-0164-DB4C-47FF3658B09F}"/>
          </ac:picMkLst>
        </pc:picChg>
        <pc:picChg chg="mod topLvl">
          <ac:chgData name="최지이" userId="f44ca051-1fb9-4cdd-8676-31e323ee5099" providerId="ADAL" clId="{5F81EE52-DC57-407F-9E57-AC59667C2BBD}" dt="2023-12-18T00:20:50.006" v="1612" actId="14861"/>
          <ac:picMkLst>
            <pc:docMk/>
            <pc:sldMk cId="3676875363" sldId="2143188428"/>
            <ac:picMk id="5" creationId="{FB7E4DDB-F812-6A80-4CD1-B5DF3425A93B}"/>
          </ac:picMkLst>
        </pc:picChg>
        <pc:picChg chg="add mod ord">
          <ac:chgData name="최지이" userId="f44ca051-1fb9-4cdd-8676-31e323ee5099" providerId="ADAL" clId="{5F81EE52-DC57-407F-9E57-AC59667C2BBD}" dt="2023-12-18T00:14:15.693" v="1519" actId="167"/>
          <ac:picMkLst>
            <pc:docMk/>
            <pc:sldMk cId="3676875363" sldId="2143188428"/>
            <ac:picMk id="7" creationId="{9B8B0F10-F7DD-A604-C83C-2E1112C287DF}"/>
          </ac:picMkLst>
        </pc:picChg>
        <pc:cxnChg chg="mod">
          <ac:chgData name="최지이" userId="f44ca051-1fb9-4cdd-8676-31e323ee5099" providerId="ADAL" clId="{5F81EE52-DC57-407F-9E57-AC59667C2BBD}" dt="2023-12-18T00:16:59.440" v="1583" actId="1035"/>
          <ac:cxnSpMkLst>
            <pc:docMk/>
            <pc:sldMk cId="3676875363" sldId="2143188428"/>
            <ac:cxnSpMk id="11" creationId="{6C615272-B577-BF39-E1AD-68B658F7DEBE}"/>
          </ac:cxnSpMkLst>
        </pc:cxnChg>
      </pc:sldChg>
      <pc:sldChg chg="delSp modSp del mod">
        <pc:chgData name="최지이" userId="f44ca051-1fb9-4cdd-8676-31e323ee5099" providerId="ADAL" clId="{5F81EE52-DC57-407F-9E57-AC59667C2BBD}" dt="2023-12-18T00:21:41.515" v="1631" actId="47"/>
        <pc:sldMkLst>
          <pc:docMk/>
          <pc:sldMk cId="2675755161" sldId="2143188429"/>
        </pc:sldMkLst>
        <pc:spChg chg="mod">
          <ac:chgData name="최지이" userId="f44ca051-1fb9-4cdd-8676-31e323ee5099" providerId="ADAL" clId="{5F81EE52-DC57-407F-9E57-AC59667C2BBD}" dt="2023-12-18T00:15:53.821" v="1532" actId="20577"/>
          <ac:spMkLst>
            <pc:docMk/>
            <pc:sldMk cId="2675755161" sldId="2143188429"/>
            <ac:spMk id="3" creationId="{00000000-0000-0000-0000-000000000000}"/>
          </ac:spMkLst>
        </pc:spChg>
        <pc:picChg chg="del">
          <ac:chgData name="최지이" userId="f44ca051-1fb9-4cdd-8676-31e323ee5099" providerId="ADAL" clId="{5F81EE52-DC57-407F-9E57-AC59667C2BBD}" dt="2023-12-18T00:16:08.947" v="1533" actId="478"/>
          <ac:picMkLst>
            <pc:docMk/>
            <pc:sldMk cId="2675755161" sldId="2143188429"/>
            <ac:picMk id="7" creationId="{8E0590CA-7A75-D34F-181D-AA2DA6CB3998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23:40.578" v="1677" actId="1037"/>
        <pc:sldMkLst>
          <pc:docMk/>
          <pc:sldMk cId="951739545" sldId="2143188430"/>
        </pc:sldMkLst>
        <pc:picChg chg="add mod">
          <ac:chgData name="최지이" userId="f44ca051-1fb9-4cdd-8676-31e323ee5099" providerId="ADAL" clId="{5F81EE52-DC57-407F-9E57-AC59667C2BBD}" dt="2023-12-18T00:23:40.578" v="1677" actId="1037"/>
          <ac:picMkLst>
            <pc:docMk/>
            <pc:sldMk cId="951739545" sldId="2143188430"/>
            <ac:picMk id="4" creationId="{FEA6800A-C287-2A88-CD9A-9122B4C00C4F}"/>
          </ac:picMkLst>
        </pc:picChg>
        <pc:picChg chg="del mod">
          <ac:chgData name="최지이" userId="f44ca051-1fb9-4cdd-8676-31e323ee5099" providerId="ADAL" clId="{5F81EE52-DC57-407F-9E57-AC59667C2BBD}" dt="2023-12-18T00:23:21.220" v="1658" actId="478"/>
          <ac:picMkLst>
            <pc:docMk/>
            <pc:sldMk cId="951739545" sldId="2143188430"/>
            <ac:picMk id="5" creationId="{DB13E683-0DD1-18AB-0A0E-B847BB377EEE}"/>
          </ac:picMkLst>
        </pc:picChg>
      </pc:sldChg>
      <pc:sldChg chg="addSp delSp modSp add mod">
        <pc:chgData name="최지이" userId="f44ca051-1fb9-4cdd-8676-31e323ee5099" providerId="ADAL" clId="{5F81EE52-DC57-407F-9E57-AC59667C2BBD}" dt="2023-12-17T23:32:25.949" v="1083"/>
        <pc:sldMkLst>
          <pc:docMk/>
          <pc:sldMk cId="1455420811" sldId="2143188431"/>
        </pc:sldMkLst>
        <pc:spChg chg="mod">
          <ac:chgData name="최지이" userId="f44ca051-1fb9-4cdd-8676-31e323ee5099" providerId="ADAL" clId="{5F81EE52-DC57-407F-9E57-AC59667C2BBD}" dt="2023-12-15T08:51:02.047" v="853" actId="20577"/>
          <ac:spMkLst>
            <pc:docMk/>
            <pc:sldMk cId="1455420811" sldId="2143188431"/>
            <ac:spMk id="3" creationId="{00000000-0000-0000-0000-000000000000}"/>
          </ac:spMkLst>
        </pc:spChg>
        <pc:spChg chg="add mod">
          <ac:chgData name="최지이" userId="f44ca051-1fb9-4cdd-8676-31e323ee5099" providerId="ADAL" clId="{5F81EE52-DC57-407F-9E57-AC59667C2BBD}" dt="2023-12-15T08:54:42.062" v="1017" actId="1036"/>
          <ac:spMkLst>
            <pc:docMk/>
            <pc:sldMk cId="1455420811" sldId="2143188431"/>
            <ac:spMk id="8" creationId="{3A485494-EF10-5A7C-6EC0-8AE5CE4CB0B2}"/>
          </ac:spMkLst>
        </pc:spChg>
        <pc:spChg chg="del">
          <ac:chgData name="최지이" userId="f44ca051-1fb9-4cdd-8676-31e323ee5099" providerId="ADAL" clId="{5F81EE52-DC57-407F-9E57-AC59667C2BBD}" dt="2023-12-15T08:40:11.470" v="75" actId="478"/>
          <ac:spMkLst>
            <pc:docMk/>
            <pc:sldMk cId="1455420811" sldId="2143188431"/>
            <ac:spMk id="10" creationId="{F17377D5-8C14-7BEA-400A-622E3EEA9435}"/>
          </ac:spMkLst>
        </pc:spChg>
        <pc:spChg chg="del">
          <ac:chgData name="최지이" userId="f44ca051-1fb9-4cdd-8676-31e323ee5099" providerId="ADAL" clId="{5F81EE52-DC57-407F-9E57-AC59667C2BBD}" dt="2023-12-15T08:40:14.573" v="79" actId="478"/>
          <ac:spMkLst>
            <pc:docMk/>
            <pc:sldMk cId="1455420811" sldId="2143188431"/>
            <ac:spMk id="14" creationId="{1D66FD3B-031E-F192-B578-8A410BC3D764}"/>
          </ac:spMkLst>
        </pc:spChg>
        <pc:spChg chg="mod">
          <ac:chgData name="최지이" userId="f44ca051-1fb9-4cdd-8676-31e323ee5099" providerId="ADAL" clId="{5F81EE52-DC57-407F-9E57-AC59667C2BBD}" dt="2023-12-17T23:32:25.949" v="1083"/>
          <ac:spMkLst>
            <pc:docMk/>
            <pc:sldMk cId="1455420811" sldId="2143188431"/>
            <ac:spMk id="31" creationId="{5B9CB65E-64C0-448E-B1A7-BF9E443511CA}"/>
          </ac:spMkLst>
        </pc:spChg>
        <pc:spChg chg="mod">
          <ac:chgData name="최지이" userId="f44ca051-1fb9-4cdd-8676-31e323ee5099" providerId="ADAL" clId="{5F81EE52-DC57-407F-9E57-AC59667C2BBD}" dt="2023-12-15T08:41:10.022" v="177"/>
          <ac:spMkLst>
            <pc:docMk/>
            <pc:sldMk cId="1455420811" sldId="2143188431"/>
            <ac:spMk id="33" creationId="{35FF9204-BF83-43DE-A3B6-846D009F8E3E}"/>
          </ac:spMkLst>
        </pc:spChg>
        <pc:picChg chg="del">
          <ac:chgData name="최지이" userId="f44ca051-1fb9-4cdd-8676-31e323ee5099" providerId="ADAL" clId="{5F81EE52-DC57-407F-9E57-AC59667C2BBD}" dt="2023-12-15T08:40:15.181" v="80" actId="478"/>
          <ac:picMkLst>
            <pc:docMk/>
            <pc:sldMk cId="1455420811" sldId="2143188431"/>
            <ac:picMk id="4" creationId="{14CE81CB-9E09-ECA0-F7F4-7E79568B6AD9}"/>
          </ac:picMkLst>
        </pc:picChg>
        <pc:picChg chg="del">
          <ac:chgData name="최지이" userId="f44ca051-1fb9-4cdd-8676-31e323ee5099" providerId="ADAL" clId="{5F81EE52-DC57-407F-9E57-AC59667C2BBD}" dt="2023-12-15T08:40:10.513" v="74" actId="478"/>
          <ac:picMkLst>
            <pc:docMk/>
            <pc:sldMk cId="1455420811" sldId="2143188431"/>
            <ac:picMk id="5" creationId="{F4D112CD-722F-E79E-EB6A-752D67E70C14}"/>
          </ac:picMkLst>
        </pc:picChg>
        <pc:picChg chg="add mod">
          <ac:chgData name="최지이" userId="f44ca051-1fb9-4cdd-8676-31e323ee5099" providerId="ADAL" clId="{5F81EE52-DC57-407F-9E57-AC59667C2BBD}" dt="2023-12-15T08:49:32.175" v="810" actId="1037"/>
          <ac:picMkLst>
            <pc:docMk/>
            <pc:sldMk cId="1455420811" sldId="2143188431"/>
            <ac:picMk id="7" creationId="{BF23D6E6-6899-02EC-2B20-2D21D467B05B}"/>
          </ac:picMkLst>
        </pc:picChg>
        <pc:picChg chg="del">
          <ac:chgData name="최지이" userId="f44ca051-1fb9-4cdd-8676-31e323ee5099" providerId="ADAL" clId="{5F81EE52-DC57-407F-9E57-AC59667C2BBD}" dt="2023-12-15T08:40:15.595" v="81" actId="478"/>
          <ac:picMkLst>
            <pc:docMk/>
            <pc:sldMk cId="1455420811" sldId="2143188431"/>
            <ac:picMk id="13" creationId="{0EA91B64-66C9-4A95-37A6-AF9CCCDAD3CF}"/>
          </ac:picMkLst>
        </pc:picChg>
        <pc:picChg chg="del">
          <ac:chgData name="최지이" userId="f44ca051-1fb9-4cdd-8676-31e323ee5099" providerId="ADAL" clId="{5F81EE52-DC57-407F-9E57-AC59667C2BBD}" dt="2023-12-15T08:40:12.712" v="77" actId="478"/>
          <ac:picMkLst>
            <pc:docMk/>
            <pc:sldMk cId="1455420811" sldId="2143188431"/>
            <ac:picMk id="15" creationId="{CF3732BF-AB90-5B84-C2AD-ED0F03896134}"/>
          </ac:picMkLst>
        </pc:picChg>
        <pc:cxnChg chg="del mod">
          <ac:chgData name="최지이" userId="f44ca051-1fb9-4cdd-8676-31e323ee5099" providerId="ADAL" clId="{5F81EE52-DC57-407F-9E57-AC59667C2BBD}" dt="2023-12-15T08:40:12.174" v="76" actId="478"/>
          <ac:cxnSpMkLst>
            <pc:docMk/>
            <pc:sldMk cId="1455420811" sldId="2143188431"/>
            <ac:cxnSpMk id="12" creationId="{4B200AA5-68DF-803A-B3E3-E3EE51B6ED37}"/>
          </ac:cxnSpMkLst>
        </pc:cxnChg>
        <pc:cxnChg chg="del mod">
          <ac:chgData name="최지이" userId="f44ca051-1fb9-4cdd-8676-31e323ee5099" providerId="ADAL" clId="{5F81EE52-DC57-407F-9E57-AC59667C2BBD}" dt="2023-12-15T08:40:13.191" v="78" actId="478"/>
          <ac:cxnSpMkLst>
            <pc:docMk/>
            <pc:sldMk cId="1455420811" sldId="2143188431"/>
            <ac:cxnSpMk id="17" creationId="{D45A8844-0D1F-FA4A-FBDD-3DCA972CA443}"/>
          </ac:cxnSpMkLst>
        </pc:cxnChg>
      </pc:sldChg>
      <pc:sldChg chg="addSp delSp modSp add mod">
        <pc:chgData name="최지이" userId="f44ca051-1fb9-4cdd-8676-31e323ee5099" providerId="ADAL" clId="{5F81EE52-DC57-407F-9E57-AC59667C2BBD}" dt="2023-12-17T23:34:08.150" v="1091" actId="692"/>
        <pc:sldMkLst>
          <pc:docMk/>
          <pc:sldMk cId="296422612" sldId="2143188432"/>
        </pc:sldMkLst>
        <pc:spChg chg="mod">
          <ac:chgData name="최지이" userId="f44ca051-1fb9-4cdd-8676-31e323ee5099" providerId="ADAL" clId="{5F81EE52-DC57-407F-9E57-AC59667C2BBD}" dt="2023-12-15T08:51:08.763" v="856" actId="20577"/>
          <ac:spMkLst>
            <pc:docMk/>
            <pc:sldMk cId="296422612" sldId="2143188432"/>
            <ac:spMk id="3" creationId="{00000000-0000-0000-0000-000000000000}"/>
          </ac:spMkLst>
        </pc:spChg>
        <pc:spChg chg="add mod">
          <ac:chgData name="최지이" userId="f44ca051-1fb9-4cdd-8676-31e323ee5099" providerId="ADAL" clId="{5F81EE52-DC57-407F-9E57-AC59667C2BBD}" dt="2023-12-15T08:54:30.631" v="1008" actId="1035"/>
          <ac:spMkLst>
            <pc:docMk/>
            <pc:sldMk cId="296422612" sldId="2143188432"/>
            <ac:spMk id="5" creationId="{F437A085-4B30-04AD-B318-332F6E874AA9}"/>
          </ac:spMkLst>
        </pc:spChg>
        <pc:spChg chg="mod">
          <ac:chgData name="최지이" userId="f44ca051-1fb9-4cdd-8676-31e323ee5099" providerId="ADAL" clId="{5F81EE52-DC57-407F-9E57-AC59667C2BBD}" dt="2023-12-15T08:54:05.229" v="980"/>
          <ac:spMkLst>
            <pc:docMk/>
            <pc:sldMk cId="296422612" sldId="2143188432"/>
            <ac:spMk id="31" creationId="{5B9CB65E-64C0-448E-B1A7-BF9E443511CA}"/>
          </ac:spMkLst>
        </pc:spChg>
        <pc:picChg chg="add mod">
          <ac:chgData name="최지이" userId="f44ca051-1fb9-4cdd-8676-31e323ee5099" providerId="ADAL" clId="{5F81EE52-DC57-407F-9E57-AC59667C2BBD}" dt="2023-12-17T23:33:45.715" v="1086" actId="1076"/>
          <ac:picMkLst>
            <pc:docMk/>
            <pc:sldMk cId="296422612" sldId="2143188432"/>
            <ac:picMk id="2" creationId="{F95130CB-2769-5647-432D-01B382C9175B}"/>
          </ac:picMkLst>
        </pc:picChg>
        <pc:picChg chg="add mod">
          <ac:chgData name="최지이" userId="f44ca051-1fb9-4cdd-8676-31e323ee5099" providerId="ADAL" clId="{5F81EE52-DC57-407F-9E57-AC59667C2BBD}" dt="2023-12-15T08:54:21.342" v="1002" actId="1076"/>
          <ac:picMkLst>
            <pc:docMk/>
            <pc:sldMk cId="296422612" sldId="2143188432"/>
            <ac:picMk id="4" creationId="{08EDD633-90E7-73A1-B06E-6716B04B7F52}"/>
          </ac:picMkLst>
        </pc:picChg>
        <pc:picChg chg="del">
          <ac:chgData name="최지이" userId="f44ca051-1fb9-4cdd-8676-31e323ee5099" providerId="ADAL" clId="{5F81EE52-DC57-407F-9E57-AC59667C2BBD}" dt="2023-12-15T08:52:28.682" v="867" actId="478"/>
          <ac:picMkLst>
            <pc:docMk/>
            <pc:sldMk cId="296422612" sldId="2143188432"/>
            <ac:picMk id="7" creationId="{BF23D6E6-6899-02EC-2B20-2D21D467B05B}"/>
          </ac:picMkLst>
        </pc:picChg>
        <pc:cxnChg chg="add mod">
          <ac:chgData name="최지이" userId="f44ca051-1fb9-4cdd-8676-31e323ee5099" providerId="ADAL" clId="{5F81EE52-DC57-407F-9E57-AC59667C2BBD}" dt="2023-12-17T23:34:08.150" v="1091" actId="692"/>
          <ac:cxnSpMkLst>
            <pc:docMk/>
            <pc:sldMk cId="296422612" sldId="2143188432"/>
            <ac:cxnSpMk id="8" creationId="{B4008A3A-F44F-D645-157A-502941D70818}"/>
          </ac:cxnSpMkLst>
        </pc:cxnChg>
      </pc:sldChg>
      <pc:sldChg chg="addSp delSp modSp add mod setBg">
        <pc:chgData name="최지이" userId="f44ca051-1fb9-4cdd-8676-31e323ee5099" providerId="ADAL" clId="{5F81EE52-DC57-407F-9E57-AC59667C2BBD}" dt="2023-12-18T00:21:15.769" v="1630"/>
        <pc:sldMkLst>
          <pc:docMk/>
          <pc:sldMk cId="3387356051" sldId="2143188433"/>
        </pc:sldMkLst>
        <pc:spChg chg="mod">
          <ac:chgData name="최지이" userId="f44ca051-1fb9-4cdd-8676-31e323ee5099" providerId="ADAL" clId="{5F81EE52-DC57-407F-9E57-AC59667C2BBD}" dt="2023-12-18T00:21:15.769" v="1630"/>
          <ac:spMkLst>
            <pc:docMk/>
            <pc:sldMk cId="3387356051" sldId="2143188433"/>
            <ac:spMk id="3" creationId="{00000000-0000-0000-0000-000000000000}"/>
          </ac:spMkLst>
        </pc:spChg>
        <pc:picChg chg="add mod ord">
          <ac:chgData name="최지이" userId="f44ca051-1fb9-4cdd-8676-31e323ee5099" providerId="ADAL" clId="{5F81EE52-DC57-407F-9E57-AC59667C2BBD}" dt="2023-12-18T00:20:41.013" v="1611" actId="14100"/>
          <ac:picMkLst>
            <pc:docMk/>
            <pc:sldMk cId="3387356051" sldId="2143188433"/>
            <ac:picMk id="4" creationId="{072271E9-8020-AE86-8EE0-3C59CCCD546D}"/>
          </ac:picMkLst>
        </pc:picChg>
        <pc:picChg chg="mod">
          <ac:chgData name="최지이" userId="f44ca051-1fb9-4cdd-8676-31e323ee5099" providerId="ADAL" clId="{5F81EE52-DC57-407F-9E57-AC59667C2BBD}" dt="2023-12-18T00:20:58.592" v="1615" actId="14861"/>
          <ac:picMkLst>
            <pc:docMk/>
            <pc:sldMk cId="3387356051" sldId="2143188433"/>
            <ac:picMk id="5" creationId="{FB7E4DDB-F812-6A80-4CD1-B5DF3425A93B}"/>
          </ac:picMkLst>
        </pc:picChg>
        <pc:picChg chg="del">
          <ac:chgData name="최지이" userId="f44ca051-1fb9-4cdd-8676-31e323ee5099" providerId="ADAL" clId="{5F81EE52-DC57-407F-9E57-AC59667C2BBD}" dt="2023-12-18T00:20:01.028" v="1589" actId="478"/>
          <ac:picMkLst>
            <pc:docMk/>
            <pc:sldMk cId="3387356051" sldId="2143188433"/>
            <ac:picMk id="7" creationId="{9B8B0F10-F7DD-A604-C83C-2E1112C287D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78C87CA-DC5B-2A46-B67F-C3B201380C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BC4F60-4050-8B49-8D83-DB0BB06520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48BFD-2052-714C-8E5A-05DE8C4523DB}" type="datetimeFigureOut">
              <a:rPr lang="en-US" altLang="x-none" smtClean="0"/>
              <a:t>12/18/2023</a:t>
            </a:fld>
            <a:endParaRPr lang="x-none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069E35-5769-7047-B4B8-9A0C6C7A9B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B72675-AA79-D44F-8097-71C911776F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7F023-877F-2E4B-BDCF-733EA787452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8792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67397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914375" latinLnBrk="0">
      <a:defRPr sz="1200">
        <a:latin typeface="+mn-lt"/>
        <a:ea typeface="+mn-ea"/>
        <a:cs typeface="+mn-cs"/>
        <a:sym typeface="맑은 고딕"/>
      </a:defRPr>
    </a:lvl1pPr>
    <a:lvl2pPr indent="228600" defTabSz="914375" latinLnBrk="0">
      <a:defRPr sz="1200">
        <a:latin typeface="+mn-lt"/>
        <a:ea typeface="+mn-ea"/>
        <a:cs typeface="+mn-cs"/>
        <a:sym typeface="맑은 고딕"/>
      </a:defRPr>
    </a:lvl2pPr>
    <a:lvl3pPr indent="457200" defTabSz="914375" latinLnBrk="0">
      <a:defRPr sz="1200">
        <a:latin typeface="+mn-lt"/>
        <a:ea typeface="+mn-ea"/>
        <a:cs typeface="+mn-cs"/>
        <a:sym typeface="맑은 고딕"/>
      </a:defRPr>
    </a:lvl3pPr>
    <a:lvl4pPr indent="685800" defTabSz="914375" latinLnBrk="0">
      <a:defRPr sz="1200">
        <a:latin typeface="+mn-lt"/>
        <a:ea typeface="+mn-ea"/>
        <a:cs typeface="+mn-cs"/>
        <a:sym typeface="맑은 고딕"/>
      </a:defRPr>
    </a:lvl4pPr>
    <a:lvl5pPr indent="914400" defTabSz="914375" latinLnBrk="0">
      <a:defRPr sz="1200">
        <a:latin typeface="+mn-lt"/>
        <a:ea typeface="+mn-ea"/>
        <a:cs typeface="+mn-cs"/>
        <a:sym typeface="맑은 고딕"/>
      </a:defRPr>
    </a:lvl5pPr>
    <a:lvl6pPr indent="1143000" defTabSz="914375" latinLnBrk="0">
      <a:defRPr sz="1200">
        <a:latin typeface="+mn-lt"/>
        <a:ea typeface="+mn-ea"/>
        <a:cs typeface="+mn-cs"/>
        <a:sym typeface="맑은 고딕"/>
      </a:defRPr>
    </a:lvl6pPr>
    <a:lvl7pPr indent="1371600" defTabSz="914375" latinLnBrk="0">
      <a:defRPr sz="1200">
        <a:latin typeface="+mn-lt"/>
        <a:ea typeface="+mn-ea"/>
        <a:cs typeface="+mn-cs"/>
        <a:sym typeface="맑은 고딕"/>
      </a:defRPr>
    </a:lvl7pPr>
    <a:lvl8pPr indent="1600200" defTabSz="914375" latinLnBrk="0">
      <a:defRPr sz="1200">
        <a:latin typeface="+mn-lt"/>
        <a:ea typeface="+mn-ea"/>
        <a:cs typeface="+mn-cs"/>
        <a:sym typeface="맑은 고딕"/>
      </a:defRPr>
    </a:lvl8pPr>
    <a:lvl9pPr indent="1828800" defTabSz="914375" latinLnBrk="0">
      <a:defRPr sz="1200">
        <a:latin typeface="+mn-lt"/>
        <a:ea typeface="+mn-ea"/>
        <a:cs typeface="+mn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278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156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830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217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4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605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1966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9580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2372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043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128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6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마스터_대내제안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B3DD894-62CC-4A35-ACD5-07DF11CE3744}"/>
              </a:ext>
            </a:extLst>
          </p:cNvPr>
          <p:cNvSpPr/>
          <p:nvPr userDrawn="1"/>
        </p:nvSpPr>
        <p:spPr>
          <a:xfrm>
            <a:off x="-10226" y="859454"/>
            <a:ext cx="9916227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27">
              <a:solidFill>
                <a:schemeClr val="tx1"/>
              </a:solidFill>
            </a:endParaRPr>
          </a:p>
        </p:txBody>
      </p:sp>
      <p:sp>
        <p:nvSpPr>
          <p:cNvPr id="9" name="제목 개체 틀 1">
            <a:extLst>
              <a:ext uri="{FF2B5EF4-FFF2-40B4-BE49-F238E27FC236}">
                <a16:creationId xmlns:a16="http://schemas.microsoft.com/office/drawing/2014/main" id="{B1626DB4-468C-4969-BBCD-3AA337FFF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02" y="106461"/>
            <a:ext cx="9104520" cy="737141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rmAutofit/>
          </a:bodyPr>
          <a:lstStyle>
            <a:lvl1pPr marL="0" indent="0">
              <a:buFontTx/>
              <a:buNone/>
              <a:defRPr sz="1950" b="1" spc="-59" baseline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2824642F-4812-4A2B-BB0B-2332E2935D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9111" y="1137751"/>
            <a:ext cx="9036412" cy="8293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defRPr lang="ko-KR" altLang="en-US" sz="1300" b="1" kern="1200" spc="-59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210580" marR="0" lvl="0" indent="-210580" defTabSz="673856" eaLnBrk="0" fontAlgn="base" latinLnBrk="0" hangingPunct="0">
              <a:lnSpc>
                <a:spcPct val="11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18878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640">
          <p15:clr>
            <a:srgbClr val="FBAE40"/>
          </p15:clr>
        </p15:guide>
        <p15:guide id="7" orient="horz" pos="7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759758"/>
            <a:ext cx="7429500" cy="750205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30008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009A-05F9-4217-91B8-E467548CEB1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E7B0-808F-40E1-B4A8-2AC86EACB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5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2500" y="753382"/>
            <a:ext cx="9181020" cy="1019435"/>
          </a:xfrm>
          <a:prstGeom prst="rect">
            <a:avLst/>
          </a:prstGeom>
        </p:spPr>
        <p:txBody>
          <a:bodyPr lIns="0" rIns="0" anchor="t" anchorCtr="0">
            <a:normAutofit/>
          </a:bodyPr>
          <a:lstStyle>
            <a:lvl1pPr marL="0" indent="0">
              <a:lnSpc>
                <a:spcPct val="110000"/>
              </a:lnSpc>
              <a:spcAft>
                <a:spcPts val="4200"/>
              </a:spcAft>
              <a:buNone/>
              <a:defRPr sz="2000" b="1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18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2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0388" y="116634"/>
            <a:ext cx="8856662" cy="469925"/>
          </a:xfrm>
        </p:spPr>
        <p:txBody>
          <a:bodyPr lIns="0" anchor="ctr" anchorCtr="0">
            <a:normAutofit/>
          </a:bodyPr>
          <a:lstStyle>
            <a:lvl1pPr algn="l">
              <a:lnSpc>
                <a:spcPct val="130000"/>
              </a:lnSpc>
              <a:defRPr sz="2200" b="1" cap="none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2" name="Line 115"/>
          <p:cNvSpPr>
            <a:spLocks noChangeShapeType="1"/>
          </p:cNvSpPr>
          <p:nvPr/>
        </p:nvSpPr>
        <p:spPr bwMode="auto">
          <a:xfrm flipH="1">
            <a:off x="0" y="656692"/>
            <a:ext cx="9906000" cy="0"/>
          </a:xfrm>
          <a:prstGeom prst="line">
            <a:avLst/>
          </a:prstGeom>
          <a:ln w="38100">
            <a:solidFill>
              <a:srgbClr val="C00000"/>
            </a:solidFill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lIns="91438" tIns="45719" rIns="91438" bIns="45719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9"/>
          <p:cNvSpPr txBox="1">
            <a:spLocks/>
          </p:cNvSpPr>
          <p:nvPr userDrawn="1"/>
        </p:nvSpPr>
        <p:spPr>
          <a:xfrm>
            <a:off x="4880993" y="6633126"/>
            <a:ext cx="306387" cy="1442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5" rtl="0" eaLnBrk="1" latinLnBrk="1" hangingPunct="1">
              <a:lnSpc>
                <a:spcPts val="1128"/>
              </a:lnSpc>
              <a:defRPr sz="1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187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5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2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6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3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11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F73DEC5-E5E5-40D3-8806-2E9D3C061194}" type="slidenum">
              <a:rPr lang="en-US" smtClean="0"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cs typeface="Arial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6753201" y="205402"/>
            <a:ext cx="2771800" cy="276999"/>
          </a:xfrm>
          <a:prstGeom prst="rect">
            <a:avLst/>
          </a:prstGeom>
        </p:spPr>
        <p:txBody>
          <a:bodyPr anchor="ctr"/>
          <a:lstStyle>
            <a:lvl1pPr algn="r"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7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6497" y="692697"/>
            <a:ext cx="90735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err="1"/>
              <a:t>ㄴㄴ</a:t>
            </a:r>
            <a:endParaRPr lang="ko-KR" altLang="en-US"/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title"/>
          </p:nvPr>
        </p:nvSpPr>
        <p:spPr bwMode="gray">
          <a:xfrm>
            <a:off x="416496" y="254839"/>
            <a:ext cx="90730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296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7" r:id="rId3"/>
    <p:sldLayoutId id="2147483728" r:id="rId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5pPr>
      <a:lvl6pPr marL="447663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6pPr>
      <a:lvl7pPr marL="895327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7pPr>
      <a:lvl8pPr marL="1342990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8pPr>
      <a:lvl9pPr marL="1790653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defRPr sz="1763" b="1">
          <a:solidFill>
            <a:schemeClr val="tx1"/>
          </a:solidFill>
          <a:latin typeface="+mn-lt"/>
          <a:ea typeface="+mn-ea"/>
          <a:cs typeface="+mn-cs"/>
        </a:defRPr>
      </a:lvl1pPr>
      <a:lvl2pPr marL="247148" indent="200517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2742">
          <a:solidFill>
            <a:schemeClr val="tx1"/>
          </a:solidFill>
          <a:latin typeface="+mn-ea"/>
          <a:ea typeface="+mn-ea"/>
        </a:defRPr>
      </a:lvl2pPr>
      <a:lvl3pPr marL="671495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2350">
          <a:solidFill>
            <a:schemeClr val="tx1"/>
          </a:solidFill>
          <a:latin typeface="+mn-ea"/>
          <a:ea typeface="+mn-ea"/>
        </a:defRPr>
      </a:lvl3pPr>
      <a:lvl4pPr marL="1119158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1959">
          <a:solidFill>
            <a:schemeClr val="tx1"/>
          </a:solidFill>
          <a:latin typeface="+mn-ea"/>
          <a:ea typeface="+mn-ea"/>
        </a:defRPr>
      </a:lvl4pPr>
      <a:lvl5pPr marL="1566821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1959">
          <a:solidFill>
            <a:schemeClr val="tx1"/>
          </a:solidFill>
          <a:latin typeface="+mn-ea"/>
          <a:ea typeface="+mn-ea"/>
        </a:defRPr>
      </a:lvl5pPr>
      <a:lvl6pPr marL="2014485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6pPr>
      <a:lvl7pPr marL="2462148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7pPr>
      <a:lvl8pPr marL="2909811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8pPr>
      <a:lvl9pPr marL="3357475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9pPr>
    </p:bodyStyle>
    <p:otherStyle>
      <a:defPPr>
        <a:defRPr lang="ko-KR"/>
      </a:defPPr>
      <a:lvl1pPr marL="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1pPr>
      <a:lvl2pPr marL="44766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2pPr>
      <a:lvl3pPr marL="895327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3pPr>
      <a:lvl4pPr marL="134299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4pPr>
      <a:lvl5pPr marL="179065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5pPr>
      <a:lvl6pPr marL="2238316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6pPr>
      <a:lvl7pPr marL="268598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7pPr>
      <a:lvl8pPr marL="313364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8pPr>
      <a:lvl9pPr marL="3581306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계획하는, 공책, 그래프의 무료 스톡 사진">
            <a:extLst>
              <a:ext uri="{FF2B5EF4-FFF2-40B4-BE49-F238E27FC236}">
                <a16:creationId xmlns:a16="http://schemas.microsoft.com/office/drawing/2014/main" id="{4DAADD14-FA24-6204-A805-DBDEA3AEF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4B0983A-0CA1-4441-B7B5-5B2E44910C37}"/>
              </a:ext>
            </a:extLst>
          </p:cNvPr>
          <p:cNvSpPr/>
          <p:nvPr/>
        </p:nvSpPr>
        <p:spPr bwMode="auto">
          <a:xfrm>
            <a:off x="342907" y="1736725"/>
            <a:ext cx="5334000" cy="3102795"/>
          </a:xfrm>
          <a:prstGeom prst="rect">
            <a:avLst/>
          </a:prstGeom>
          <a:solidFill>
            <a:schemeClr val="tx2">
              <a:alpha val="42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ore-KR" altLang="en-US" sz="12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288091-60DA-034C-9E9E-1FDFB7D0EBA4}"/>
              </a:ext>
            </a:extLst>
          </p:cNvPr>
          <p:cNvSpPr/>
          <p:nvPr/>
        </p:nvSpPr>
        <p:spPr bwMode="auto">
          <a:xfrm>
            <a:off x="0" y="2137234"/>
            <a:ext cx="5334000" cy="3102795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ore-KR" altLang="en-US" sz="1200" b="0" i="0" u="none" strike="noStrike" cap="none" normalizeH="0" baseline="0">
              <a:ln>
                <a:noFill/>
              </a:ln>
              <a:effectLst/>
              <a:highlight>
                <a:srgbClr val="000080"/>
              </a:highlight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B119A-3B9E-9348-BC28-8FFEAEA5F1BC}"/>
              </a:ext>
            </a:extLst>
          </p:cNvPr>
          <p:cNvSpPr txBox="1"/>
          <p:nvPr/>
        </p:nvSpPr>
        <p:spPr>
          <a:xfrm>
            <a:off x="-806315" y="3087036"/>
            <a:ext cx="184731" cy="3436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sz="1633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E18ABBA-707F-471E-913F-A91B5CC5D1C6}"/>
              </a:ext>
            </a:extLst>
          </p:cNvPr>
          <p:cNvGrpSpPr/>
          <p:nvPr/>
        </p:nvGrpSpPr>
        <p:grpSpPr>
          <a:xfrm>
            <a:off x="708448" y="2502983"/>
            <a:ext cx="4314762" cy="1744067"/>
            <a:chOff x="2323575" y="5261751"/>
            <a:chExt cx="9505928" cy="192291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8A5FEB-EC59-4C73-9B3A-07D4573122F0}"/>
                </a:ext>
              </a:extLst>
            </p:cNvPr>
            <p:cNvSpPr txBox="1"/>
            <p:nvPr/>
          </p:nvSpPr>
          <p:spPr>
            <a:xfrm>
              <a:off x="8655727" y="5431912"/>
              <a:ext cx="1983295" cy="30780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1043056" latinLnBrk="0">
                <a:spcAft>
                  <a:spcPts val="800"/>
                </a:spcAft>
                <a:defRPr sz="28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현대하모니 B" panose="02020603020101020101" pitchFamily="18" charset="-127"/>
                  <a:ea typeface="현대하모니 B" panose="02020603020101020101" pitchFamily="18" charset="-127"/>
                </a:defRPr>
              </a:lvl1pPr>
              <a:lvl2pPr marL="521528" defTabSz="1043056">
                <a:defRPr sz="2100"/>
              </a:lvl2pPr>
              <a:lvl3pPr marL="1043056" defTabSz="1043056">
                <a:defRPr sz="2100"/>
              </a:lvl3pPr>
              <a:lvl4pPr marL="1564584" defTabSz="1043056">
                <a:defRPr sz="2100"/>
              </a:lvl4pPr>
              <a:lvl5pPr marL="2086112" defTabSz="1043056">
                <a:defRPr sz="2100"/>
              </a:lvl5pPr>
              <a:lvl6pPr marL="2607640" defTabSz="1043056">
                <a:defRPr sz="2100"/>
              </a:lvl6pPr>
              <a:lvl7pPr marL="3129168" defTabSz="1043056">
                <a:defRPr sz="2100"/>
              </a:lvl7pPr>
              <a:lvl8pPr marL="3650696" defTabSz="1043056">
                <a:defRPr sz="2100"/>
              </a:lvl8pPr>
              <a:lvl9pPr marL="4172224" defTabSz="1043056">
                <a:defRPr sz="2100"/>
              </a:lvl9pPr>
            </a:lstStyle>
            <a:p>
              <a:pPr algn="ctr"/>
              <a:endParaRPr lang="ko-KR" altLang="en-US" sz="1814" b="1" spc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8A5FEB-EC59-4C73-9B3A-07D4573122F0}"/>
                </a:ext>
              </a:extLst>
            </p:cNvPr>
            <p:cNvSpPr txBox="1"/>
            <p:nvPr/>
          </p:nvSpPr>
          <p:spPr>
            <a:xfrm>
              <a:off x="2323575" y="5261751"/>
              <a:ext cx="9505928" cy="1922916"/>
            </a:xfrm>
            <a:prstGeom prst="rect">
              <a:avLst/>
            </a:prstGeom>
            <a:effectLst/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1043056" latinLnBrk="0">
                <a:spcAft>
                  <a:spcPts val="800"/>
                </a:spcAft>
                <a:defRPr sz="28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현대하모니 B" panose="02020603020101020101" pitchFamily="18" charset="-127"/>
                  <a:ea typeface="현대하모니 B" panose="02020603020101020101" pitchFamily="18" charset="-127"/>
                </a:defRPr>
              </a:lvl1pPr>
              <a:lvl2pPr marL="521528" defTabSz="1043056">
                <a:defRPr sz="2100"/>
              </a:lvl2pPr>
              <a:lvl3pPr marL="1043056" defTabSz="1043056">
                <a:defRPr sz="2100"/>
              </a:lvl3pPr>
              <a:lvl4pPr marL="1564584" defTabSz="1043056">
                <a:defRPr sz="2100"/>
              </a:lvl4pPr>
              <a:lvl5pPr marL="2086112" defTabSz="1043056">
                <a:defRPr sz="2100"/>
              </a:lvl5pPr>
              <a:lvl6pPr marL="2607640" defTabSz="1043056">
                <a:defRPr sz="2100"/>
              </a:lvl6pPr>
              <a:lvl7pPr marL="3129168" defTabSz="1043056">
                <a:defRPr sz="2100"/>
              </a:lvl7pPr>
              <a:lvl8pPr marL="3650696" defTabSz="1043056">
                <a:defRPr sz="2100"/>
              </a:lvl8pPr>
              <a:lvl9pPr marL="4172224" defTabSz="1043056">
                <a:defRPr sz="2100"/>
              </a:lvl9pPr>
            </a:lstStyle>
            <a:p>
              <a:r>
                <a:rPr lang="ko-KR" altLang="en-US" sz="3600" b="1" spc="-80" dirty="0">
                  <a:latin typeface="맑은 고딕"/>
                  <a:ea typeface="맑은 고딕"/>
                </a:rPr>
                <a:t>포스코 </a:t>
              </a:r>
              <a:r>
                <a:rPr lang="ko-KR" altLang="en-US" sz="3600" b="1" spc="-80" dirty="0" err="1">
                  <a:latin typeface="맑은 고딕"/>
                  <a:ea typeface="맑은 고딕"/>
                </a:rPr>
                <a:t>이앤씨</a:t>
              </a:r>
              <a:endParaRPr lang="en-US" altLang="ko-KR" sz="3600" b="1" spc="-80" dirty="0">
                <a:latin typeface="맑은 고딕"/>
                <a:ea typeface="맑은 고딕"/>
              </a:endParaRPr>
            </a:p>
            <a:p>
              <a:r>
                <a:rPr lang="ko-KR" altLang="en-US" sz="3600" b="1" spc="-80" dirty="0">
                  <a:latin typeface="맑은 고딕"/>
                  <a:ea typeface="맑은 고딕"/>
                </a:rPr>
                <a:t> 라이선스관리 앱</a:t>
              </a:r>
              <a:endParaRPr lang="en-US" altLang="ko-KR" sz="3600" b="1" spc="-8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맑은 고딕"/>
                <a:ea typeface="맑은 고딕"/>
              </a:endParaRPr>
            </a:p>
            <a:p>
              <a:r>
                <a:rPr lang="ko-KR" altLang="en-US" b="1" spc="-80" dirty="0">
                  <a:latin typeface="맑은 고딕"/>
                  <a:ea typeface="맑은 고딕"/>
                </a:rPr>
                <a:t>화면 정의서</a:t>
              </a:r>
              <a:endParaRPr lang="en-US" altLang="ko-KR" b="1" spc="-8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DEE546A6-3208-42D0-B48D-08601C36109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55" y="6564076"/>
            <a:ext cx="1521403" cy="193473"/>
          </a:xfrm>
          <a:prstGeom prst="rect">
            <a:avLst/>
          </a:prstGeom>
        </p:spPr>
      </p:pic>
      <p:pic>
        <p:nvPicPr>
          <p:cNvPr id="6" name="그림 5" descr="폰트, 그래픽, 스크린샷, 그래픽 디자인이(가) 표시된 사진&#10;&#10;자동 생성된 설명">
            <a:extLst>
              <a:ext uri="{FF2B5EF4-FFF2-40B4-BE49-F238E27FC236}">
                <a16:creationId xmlns:a16="http://schemas.microsoft.com/office/drawing/2014/main" id="{114D6B82-E82F-3058-73E6-984A39EEC3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7" y="544098"/>
            <a:ext cx="2056262" cy="81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3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1.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사용자 화면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신청 및 조회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개별 등록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D112CD-722F-E79E-EB6A-752D67E70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50" y="1403655"/>
            <a:ext cx="4745626" cy="3362138"/>
          </a:xfrm>
          <a:prstGeom prst="rect">
            <a:avLst/>
          </a:prstGeom>
        </p:spPr>
      </p:pic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신청할 협력사를 협력사명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직번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>
                  <a:latin typeface="맑은 고딕"/>
                  <a:ea typeface="맑은 고딕"/>
                </a:rPr>
                <a:t>계정으로 검색한다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우측 아이콘을 눌러 신청서 양식을 작성한다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  <a:r>
                <a:rPr lang="ko-KR" altLang="en-US" sz="1000" dirty="0">
                  <a:latin typeface="맑은 고딕"/>
                  <a:ea typeface="맑은 고딕"/>
                </a:rPr>
                <a:t> 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우측 상단의 보내기 아이콘을 눌러 해당 신청서 데이터를 등록한다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    - </a:t>
              </a:r>
              <a:r>
                <a:rPr lang="ko-KR" altLang="en-US" sz="1000" dirty="0">
                  <a:latin typeface="맑은 고딕"/>
                  <a:ea typeface="맑은 고딕"/>
                </a:rPr>
                <a:t>정상 등록 시 신청 완료 안내문구 표시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    - </a:t>
              </a:r>
              <a:r>
                <a:rPr lang="ko-KR" altLang="en-US" sz="1000" dirty="0">
                  <a:latin typeface="맑은 고딕"/>
                  <a:ea typeface="맑은 고딕"/>
                </a:rPr>
                <a:t>중복 등록 시 등록 불가 안내문구 표시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E3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 불가 계정의 경우 등록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불가</a:t>
              </a:r>
              <a:b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 등록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icon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없음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신청 및 조회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17377D5-8C14-7BEA-400A-622E3EEA9435}"/>
              </a:ext>
            </a:extLst>
          </p:cNvPr>
          <p:cNvSpPr/>
          <p:nvPr/>
        </p:nvSpPr>
        <p:spPr bwMode="auto">
          <a:xfrm>
            <a:off x="4358935" y="2605593"/>
            <a:ext cx="337352" cy="337351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맑은 고딕" pitchFamily="50" charset="-127"/>
                <a:cs typeface="Arial" charset="0"/>
              </a:rPr>
              <a:t>   </a:t>
            </a: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B200AA5-68DF-803A-B3E3-E3EE51B6ED37}"/>
              </a:ext>
            </a:extLst>
          </p:cNvPr>
          <p:cNvCxnSpPr>
            <a:cxnSpLocks/>
            <a:stCxn id="10" idx="4"/>
          </p:cNvCxnSpPr>
          <p:nvPr/>
        </p:nvCxnSpPr>
        <p:spPr bwMode="auto">
          <a:xfrm flipH="1">
            <a:off x="4191035" y="2942944"/>
            <a:ext cx="336576" cy="1182366"/>
          </a:xfrm>
          <a:prstGeom prst="straightConnector1">
            <a:avLst/>
          </a:prstGeom>
          <a:solidFill>
            <a:srgbClr val="D8D8DA"/>
          </a:solidFill>
          <a:ln w="25400">
            <a:solidFill>
              <a:srgbClr val="FF0000"/>
            </a:solidFill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BD724F8D-4425-14C8-01EC-D6BD65024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912" y="4134201"/>
            <a:ext cx="4538431" cy="22955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4CE81CB-9E09-ECA0-F7F4-7E79568B6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1676" y="5657202"/>
            <a:ext cx="3741060" cy="25609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EA91B64-66C9-4A95-37A6-AF9CCCDAD3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1676" y="5904605"/>
            <a:ext cx="3741060" cy="264146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1D66FD3B-031E-F192-B578-8A410BC3D764}"/>
              </a:ext>
            </a:extLst>
          </p:cNvPr>
          <p:cNvSpPr/>
          <p:nvPr/>
        </p:nvSpPr>
        <p:spPr bwMode="auto">
          <a:xfrm>
            <a:off x="5915601" y="4091619"/>
            <a:ext cx="290230" cy="290229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45A8844-0D1F-FA4A-FBDD-3DCA972CA443}"/>
              </a:ext>
            </a:extLst>
          </p:cNvPr>
          <p:cNvCxnSpPr>
            <a:cxnSpLocks/>
            <a:stCxn id="14" idx="5"/>
            <a:endCxn id="4" idx="0"/>
          </p:cNvCxnSpPr>
          <p:nvPr/>
        </p:nvCxnSpPr>
        <p:spPr bwMode="auto">
          <a:xfrm>
            <a:off x="6163328" y="4339345"/>
            <a:ext cx="828878" cy="1317857"/>
          </a:xfrm>
          <a:prstGeom prst="straightConnector1">
            <a:avLst/>
          </a:prstGeom>
          <a:solidFill>
            <a:srgbClr val="D8D8DA"/>
          </a:solidFill>
          <a:ln w="25400">
            <a:solidFill>
              <a:srgbClr val="FF0000"/>
            </a:solidFill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064342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1.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사용자 화면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신청 및 조회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일괄 등록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신청할 협력사를 협력사명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직번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>
                  <a:latin typeface="맑은 고딕"/>
                  <a:ea typeface="맑은 고딕"/>
                </a:rPr>
                <a:t>계정으로 검색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체크박스를 체크해 일괄등록 할 사용자 선택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ko-KR" altLang="en-US" sz="1000" dirty="0">
                  <a:latin typeface="맑은 고딕"/>
                  <a:ea typeface="맑은 고딕"/>
                </a:rPr>
                <a:t>후 </a:t>
              </a:r>
              <a:r>
                <a:rPr lang="en-US" altLang="ko-KR" sz="1000" dirty="0">
                  <a:latin typeface="맑은 고딕"/>
                  <a:ea typeface="맑은 고딕"/>
                </a:rPr>
                <a:t>‘</a:t>
              </a:r>
              <a:r>
                <a:rPr lang="ko-KR" altLang="en-US" sz="1000" dirty="0">
                  <a:latin typeface="맑은 고딕"/>
                  <a:ea typeface="맑은 고딕"/>
                </a:rPr>
                <a:t>선택</a:t>
              </a:r>
              <a:r>
                <a:rPr lang="en-US" altLang="ko-KR" sz="1000" dirty="0">
                  <a:latin typeface="맑은 고딕"/>
                  <a:ea typeface="맑은 고딕"/>
                </a:rPr>
                <a:t>‘ </a:t>
              </a:r>
              <a:r>
                <a:rPr lang="ko-KR" altLang="en-US" sz="1000" dirty="0">
                  <a:latin typeface="맑은 고딕"/>
                  <a:ea typeface="맑은 고딕"/>
                </a:rPr>
                <a:t>버튼 클릭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중복된 계정이 있으면 체크 불가능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신청 및 조회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23D6E6-6899-02EC-2B20-2D21D467B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56" y="1403655"/>
            <a:ext cx="6233864" cy="443252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A485494-EF10-5A7C-6EC0-8AE5CE4CB0B2}"/>
              </a:ext>
            </a:extLst>
          </p:cNvPr>
          <p:cNvSpPr/>
          <p:nvPr/>
        </p:nvSpPr>
        <p:spPr bwMode="auto">
          <a:xfrm>
            <a:off x="5708343" y="2325949"/>
            <a:ext cx="550415" cy="275209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420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1.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사용자 화면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신청 및 조회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일괄 등록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)&gt;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선택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시작일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>
                  <a:latin typeface="맑은 고딕"/>
                  <a:ea typeface="맑은 고딕"/>
                </a:rPr>
                <a:t>종료일 입력 후 </a:t>
              </a:r>
              <a:r>
                <a:rPr lang="en-US" altLang="ko-KR" sz="1000" dirty="0">
                  <a:latin typeface="맑은 고딕"/>
                  <a:ea typeface="맑은 고딕"/>
                </a:rPr>
                <a:t>‘</a:t>
              </a:r>
              <a:r>
                <a:rPr lang="ko-KR" altLang="en-US" sz="1000" dirty="0">
                  <a:latin typeface="맑은 고딕"/>
                  <a:ea typeface="맑은 고딕"/>
                </a:rPr>
                <a:t>신청</a:t>
              </a:r>
              <a:r>
                <a:rPr lang="en-US" altLang="ko-KR" sz="1000" dirty="0">
                  <a:latin typeface="맑은 고딕"/>
                  <a:ea typeface="맑은 고딕"/>
                </a:rPr>
                <a:t>‘ </a:t>
              </a:r>
              <a:r>
                <a:rPr lang="ko-KR" altLang="en-US" sz="1000" dirty="0">
                  <a:latin typeface="맑은 고딕"/>
                  <a:ea typeface="맑은 고딕"/>
                </a:rPr>
                <a:t>버튼 클릭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신청 및 조회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EDD633-90E7-73A1-B06E-6716B04B7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07" y="1430288"/>
            <a:ext cx="6251621" cy="442853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437A085-4B30-04AD-B318-332F6E874AA9}"/>
              </a:ext>
            </a:extLst>
          </p:cNvPr>
          <p:cNvSpPr/>
          <p:nvPr/>
        </p:nvSpPr>
        <p:spPr bwMode="auto">
          <a:xfrm>
            <a:off x="5983549" y="2175029"/>
            <a:ext cx="533809" cy="275205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5130CB-2769-5647-432D-01B382C91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706" y="4695255"/>
            <a:ext cx="3741060" cy="256098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4008A3A-F44F-D645-157A-502941D70818}"/>
              </a:ext>
            </a:extLst>
          </p:cNvPr>
          <p:cNvCxnSpPr>
            <a:cxnSpLocks/>
            <a:stCxn id="5" idx="2"/>
            <a:endCxn id="2" idx="0"/>
          </p:cNvCxnSpPr>
          <p:nvPr/>
        </p:nvCxnSpPr>
        <p:spPr bwMode="auto">
          <a:xfrm>
            <a:off x="6250454" y="2450234"/>
            <a:ext cx="676782" cy="2245021"/>
          </a:xfrm>
          <a:prstGeom prst="straightConnector1">
            <a:avLst/>
          </a:prstGeom>
          <a:solidFill>
            <a:srgbClr val="D8D8DA"/>
          </a:solidFill>
          <a:ln w="25400">
            <a:solidFill>
              <a:srgbClr val="FF0000"/>
            </a:solidFill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642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1.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사용자 화면 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본인 신청 내역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본인 소속 부서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내용을 확인한다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800" b="0" i="0" dirty="0">
                  <a:effectLst/>
                  <a:latin typeface="Inter"/>
                </a:rPr>
                <a:t>대기</a:t>
              </a:r>
              <a:r>
                <a:rPr lang="en-US" altLang="ko-KR" sz="800" b="0" i="0" dirty="0">
                  <a:effectLst/>
                  <a:latin typeface="Inter"/>
                </a:rPr>
                <a:t>, </a:t>
              </a:r>
              <a:r>
                <a:rPr lang="ko-KR" altLang="en-US" sz="800" b="0" i="0" dirty="0">
                  <a:effectLst/>
                  <a:latin typeface="Inter"/>
                </a:rPr>
                <a:t>중지</a:t>
              </a:r>
              <a:r>
                <a:rPr lang="en-US" altLang="ko-KR" sz="800" b="0" i="0" dirty="0">
                  <a:effectLst/>
                  <a:latin typeface="Inter"/>
                </a:rPr>
                <a:t>, </a:t>
              </a:r>
              <a:r>
                <a:rPr lang="ko-KR" altLang="en-US" sz="800" b="0" i="0" dirty="0">
                  <a:effectLst/>
                  <a:latin typeface="Inter"/>
                </a:rPr>
                <a:t>보류</a:t>
              </a:r>
              <a:r>
                <a:rPr lang="en-US" altLang="ko-KR" sz="800" b="0" i="0" dirty="0">
                  <a:effectLst/>
                  <a:latin typeface="Inter"/>
                </a:rPr>
                <a:t>, </a:t>
              </a:r>
              <a:r>
                <a:rPr lang="ko-KR" altLang="en-US" sz="800" b="0" i="0" dirty="0">
                  <a:effectLst/>
                  <a:latin typeface="Inter"/>
                </a:rPr>
                <a:t>승인</a:t>
              </a:r>
              <a:r>
                <a:rPr lang="en-US" altLang="ko-KR" sz="800" b="0" i="0" dirty="0">
                  <a:effectLst/>
                  <a:latin typeface="Inter"/>
                </a:rPr>
                <a:t>, </a:t>
              </a:r>
              <a:r>
                <a:rPr lang="ko-KR" altLang="en-US" sz="800" b="0" i="0" dirty="0">
                  <a:effectLst/>
                  <a:latin typeface="Inter"/>
                </a:rPr>
                <a:t>불가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별 드롭 다운 검색을 한다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부서별 조회</a:t>
            </a:r>
            <a:endParaRPr lang="ko-KR" altLang="en-US" sz="1300" b="1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9DF285-9694-3C78-9B88-DD830A09B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88" y="1416379"/>
            <a:ext cx="6262052" cy="444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1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1.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사용자 화면 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본인이 신청한 신청 내역을 확인한다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 err="1">
                  <a:latin typeface="맑은 고딕"/>
                  <a:ea typeface="맑은 고딕"/>
                </a:rPr>
                <a:t>등록한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신청서를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삭제할</a:t>
              </a:r>
              <a:r>
                <a:rPr lang="en-US" altLang="ko-KR" sz="1000" dirty="0">
                  <a:latin typeface="맑은 고딕"/>
                  <a:ea typeface="맑은 고딕"/>
                </a:rPr>
                <a:t> 수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있다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 err="1">
                  <a:latin typeface="맑은 고딕"/>
                  <a:ea typeface="맑은 고딕"/>
                </a:rPr>
                <a:t>수정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버튼을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선택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ko-KR" altLang="en-US" sz="1000" dirty="0">
                  <a:latin typeface="맑은 고딕"/>
                  <a:ea typeface="맑은 고딕"/>
                </a:rPr>
                <a:t>시</a:t>
              </a:r>
              <a:r>
                <a:rPr lang="en-US" altLang="ko-KR" sz="1000" dirty="0">
                  <a:latin typeface="맑은 고딕"/>
                  <a:ea typeface="맑은 고딕"/>
                </a:rPr>
                <a:t>,</a:t>
              </a:r>
              <a:r>
                <a:rPr lang="ko-KR" altLang="en-US" sz="1000" dirty="0">
                  <a:latin typeface="맑은 고딕"/>
                  <a:ea typeface="맑은 고딕"/>
                </a:rPr>
                <a:t>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신청서의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데이터를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수정하여</a:t>
              </a:r>
              <a:r>
                <a:rPr lang="en-US" altLang="ko-KR" sz="1000" dirty="0">
                  <a:latin typeface="맑은 고딕"/>
                  <a:ea typeface="맑은 고딕"/>
                </a:rPr>
                <a:t> 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업데이트한다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   </a:t>
              </a:r>
              <a:r>
                <a:rPr lang="ko-KR" altLang="en-US" sz="1000" b="1" dirty="0">
                  <a:latin typeface="맑은 고딕"/>
                  <a:ea typeface="맑은 고딕"/>
                </a:rPr>
                <a:t>→</a:t>
              </a:r>
              <a:r>
                <a:rPr lang="en-US" altLang="ko-KR" sz="1000" b="1" dirty="0">
                  <a:latin typeface="맑은 고딕"/>
                  <a:ea typeface="맑은 고딕"/>
                </a:rPr>
                <a:t> </a:t>
              </a:r>
              <a:r>
                <a:rPr lang="en-US" altLang="ko-KR" sz="1000" b="1" dirty="0" err="1">
                  <a:latin typeface="맑은 고딕"/>
                  <a:ea typeface="맑은 고딕"/>
                </a:rPr>
                <a:t>상태가</a:t>
              </a:r>
              <a:r>
                <a:rPr lang="en-US" altLang="ko-KR" sz="1000" b="1" dirty="0">
                  <a:latin typeface="맑은 고딕"/>
                  <a:ea typeface="맑은 고딕"/>
                </a:rPr>
                <a:t> ‘</a:t>
              </a:r>
              <a:r>
                <a:rPr lang="en-US" altLang="ko-KR" sz="1000" b="1" dirty="0" err="1">
                  <a:latin typeface="맑은 고딕"/>
                  <a:ea typeface="맑은 고딕"/>
                </a:rPr>
                <a:t>대기’인</a:t>
              </a:r>
              <a:r>
                <a:rPr lang="en-US" altLang="ko-KR" sz="1000" b="1" dirty="0">
                  <a:latin typeface="맑은 고딕"/>
                  <a:ea typeface="맑은 고딕"/>
                </a:rPr>
                <a:t> </a:t>
              </a:r>
              <a:r>
                <a:rPr lang="ko-KR" altLang="en-US" sz="1000" b="1" dirty="0">
                  <a:latin typeface="맑은 고딕"/>
                  <a:ea typeface="맑은 고딕"/>
                </a:rPr>
                <a:t>경우에만</a:t>
              </a:r>
              <a:r>
                <a:rPr lang="en-US" altLang="ko-KR" sz="1000" b="1" dirty="0">
                  <a:latin typeface="맑은 고딕"/>
                  <a:ea typeface="맑은 고딕"/>
                </a:rPr>
                <a:t> </a:t>
              </a:r>
              <a:r>
                <a:rPr lang="en-US" altLang="ko-KR" sz="1000" b="1" dirty="0" err="1">
                  <a:latin typeface="맑은 고딕"/>
                  <a:ea typeface="맑은 고딕"/>
                </a:rPr>
                <a:t>수정</a:t>
              </a:r>
              <a:r>
                <a:rPr lang="en-US" altLang="ko-KR" sz="1000" b="1" dirty="0">
                  <a:latin typeface="맑은 고딕"/>
                  <a:ea typeface="맑은 고딕"/>
                </a:rPr>
                <a:t> </a:t>
              </a:r>
              <a:r>
                <a:rPr lang="ko-KR" altLang="en-US" sz="1000" b="1" dirty="0">
                  <a:latin typeface="맑은 고딕"/>
                  <a:ea typeface="맑은 고딕"/>
                </a:rPr>
                <a:t>가능</a:t>
              </a:r>
              <a:endParaRPr lang="en-US" altLang="ko-KR" sz="1000" b="1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개인 조회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B002B6-B30E-7F93-D9B9-9CC4A605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89" y="1404949"/>
            <a:ext cx="5324206" cy="37766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DA2257-F713-1BE6-4459-009D1FA73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738" y="3704143"/>
            <a:ext cx="4433888" cy="2308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6B13773F-A26D-0ED8-CB42-48A269C2476B}"/>
              </a:ext>
            </a:extLst>
          </p:cNvPr>
          <p:cNvSpPr/>
          <p:nvPr/>
        </p:nvSpPr>
        <p:spPr bwMode="auto">
          <a:xfrm>
            <a:off x="4739935" y="2625784"/>
            <a:ext cx="337352" cy="337351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0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맑은 고딕" pitchFamily="50" charset="-127"/>
                <a:cs typeface="Arial" charset="0"/>
              </a:rPr>
              <a:t>   </a:t>
            </a: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B07D58D-C817-675D-CC29-C17A7B5D764F}"/>
              </a:ext>
            </a:extLst>
          </p:cNvPr>
          <p:cNvCxnSpPr>
            <a:cxnSpLocks/>
            <a:stCxn id="12" idx="4"/>
          </p:cNvCxnSpPr>
          <p:nvPr/>
        </p:nvCxnSpPr>
        <p:spPr bwMode="auto">
          <a:xfrm>
            <a:off x="4908611" y="2963135"/>
            <a:ext cx="0" cy="715432"/>
          </a:xfrm>
          <a:prstGeom prst="straightConnector1">
            <a:avLst/>
          </a:prstGeom>
          <a:solidFill>
            <a:srgbClr val="D8D8DA"/>
          </a:solidFill>
          <a:ln w="25400">
            <a:solidFill>
              <a:srgbClr val="FF0000"/>
            </a:solidFill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83526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2.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관리자 화면 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85899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대상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직번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>
                  <a:latin typeface="맑은 고딕"/>
                  <a:ea typeface="맑은 고딕"/>
                </a:rPr>
                <a:t>상태로 조회한다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상태가 </a:t>
              </a:r>
              <a:r>
                <a:rPr lang="en-US" altLang="ko-KR" sz="1000" dirty="0">
                  <a:latin typeface="맑은 고딕"/>
                  <a:ea typeface="맑은 고딕"/>
                </a:rPr>
                <a:t>‘</a:t>
              </a:r>
              <a:r>
                <a:rPr lang="ko-KR" altLang="en-US" sz="1000" b="1" dirty="0">
                  <a:latin typeface="맑은 고딕"/>
                  <a:ea typeface="맑은 고딕"/>
                </a:rPr>
                <a:t>대기</a:t>
              </a:r>
              <a:r>
                <a:rPr lang="en-US" altLang="ko-KR" sz="1000" dirty="0">
                  <a:latin typeface="맑은 고딕"/>
                  <a:ea typeface="맑은 고딕"/>
                </a:rPr>
                <a:t>’</a:t>
              </a:r>
              <a:r>
                <a:rPr lang="ko-KR" altLang="en-US" sz="1000" dirty="0">
                  <a:latin typeface="맑은 고딕"/>
                  <a:ea typeface="맑은 고딕"/>
                </a:rPr>
                <a:t>인 열만 조회</a:t>
              </a:r>
              <a:br>
                <a:rPr lang="en-US" altLang="ko-KR" sz="1000" dirty="0">
                  <a:latin typeface="맑은 고딕"/>
                  <a:ea typeface="맑은 고딕"/>
                </a:rPr>
              </a:br>
              <a:r>
                <a:rPr lang="ko-KR" altLang="en-US" sz="1000" dirty="0">
                  <a:latin typeface="맑은 고딕"/>
                  <a:ea typeface="맑은 고딕"/>
                </a:rPr>
                <a:t>→ 신청된 상태 기본 값은 </a:t>
              </a:r>
              <a:r>
                <a:rPr lang="en-US" altLang="ko-KR" sz="1000" dirty="0">
                  <a:latin typeface="맑은 고딕"/>
                  <a:ea typeface="맑은 고딕"/>
                </a:rPr>
                <a:t>‘</a:t>
              </a:r>
              <a:r>
                <a:rPr lang="ko-KR" altLang="en-US" sz="1000" dirty="0">
                  <a:latin typeface="맑은 고딕"/>
                  <a:ea typeface="맑은 고딕"/>
                </a:rPr>
                <a:t>대기</a:t>
              </a:r>
              <a:r>
                <a:rPr lang="en-US" altLang="ko-KR" sz="1000" dirty="0">
                  <a:latin typeface="맑은 고딕"/>
                  <a:ea typeface="맑은 고딕"/>
                </a:rPr>
                <a:t>’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상태 버튼 클릭으로 바로 저장 가능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ko-KR" altLang="en-US" sz="1000" dirty="0">
                <a:latin typeface="맑은 고딕" panose="020F0502020204030204"/>
                <a:ea typeface="맑은 고딕" panose="020B0503020000020004" pitchFamily="50" charset="-127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Calibri"/>
                  <a:ea typeface="Malgun Gothic"/>
                  <a:cs typeface="Calibri"/>
                </a:rPr>
                <a:t>신청 결과 및 사용 가능여부 안내 메일(라이선스 사용기간, 설치안내) 발송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Calibri"/>
                  <a:ea typeface="Malgun Gothic"/>
                  <a:cs typeface="Calibri"/>
                </a:rPr>
                <a:t>해당 신청서의 </a:t>
              </a:r>
              <a:r>
                <a:rPr lang="ko-KR" altLang="en-US" sz="1000" dirty="0" err="1">
                  <a:latin typeface="Calibri"/>
                  <a:ea typeface="Malgun Gothic"/>
                  <a:cs typeface="Calibri"/>
                </a:rPr>
                <a:t>시작~종료</a:t>
              </a:r>
              <a:r>
                <a:rPr lang="ko-KR" altLang="en-US" sz="1000" dirty="0">
                  <a:latin typeface="Calibri"/>
                  <a:ea typeface="Malgun Gothic"/>
                  <a:cs typeface="Calibri"/>
                </a:rPr>
                <a:t> 기간에 라이선스 부여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Arial" panose="05000000000000000000" pitchFamily="2" charset="2"/>
                <a:buChar char="•"/>
                <a:defRPr/>
              </a:pPr>
              <a:r>
                <a:rPr lang="ko-KR" sz="1000" dirty="0">
                  <a:ea typeface="+mn-lt"/>
                  <a:cs typeface="+mn-lt"/>
                </a:rPr>
                <a:t>라이선스 종료일 도래 </a:t>
              </a:r>
              <a:r>
                <a:rPr lang="en-US" altLang="ko-KR" sz="1000" dirty="0">
                  <a:ea typeface="+mn-lt"/>
                  <a:cs typeface="+mn-lt"/>
                </a:rPr>
                <a:t>1</a:t>
              </a:r>
              <a:r>
                <a:rPr lang="ko-KR" sz="1000" dirty="0">
                  <a:ea typeface="+mn-lt"/>
                  <a:cs typeface="+mn-lt"/>
                </a:rPr>
                <a:t>주전 사용자 에게 </a:t>
              </a:r>
              <a:r>
                <a:rPr lang="ko-KR" altLang="en-US" sz="1000" dirty="0">
                  <a:ea typeface="+mn-lt"/>
                  <a:cs typeface="+mn-lt"/>
                </a:rPr>
                <a:t>종료</a:t>
              </a:r>
              <a:r>
                <a:rPr lang="ko-KR" sz="1000" dirty="0">
                  <a:ea typeface="+mn-lt"/>
                  <a:cs typeface="+mn-lt"/>
                </a:rPr>
                <a:t> 안내 메일 </a:t>
              </a:r>
              <a:r>
                <a:rPr lang="ko-KR" altLang="en-US" sz="1000" dirty="0">
                  <a:ea typeface="+mn-lt"/>
                  <a:cs typeface="+mn-lt"/>
                </a:rPr>
                <a:t>발송</a:t>
              </a:r>
              <a:endParaRPr lang="ko-KR" altLang="en-US" sz="1000" dirty="0">
                <a:latin typeface="Calibri"/>
                <a:ea typeface="Malgun Gothic"/>
                <a:cs typeface="Calibri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Calibri"/>
                  <a:ea typeface="Malgun Gothic"/>
                  <a:cs typeface="Calibri"/>
                </a:rPr>
                <a:t>매달 신청자의 상급자 및 신청자에게 사용내역 안내 메일 발송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접수 목록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66E105-0BFC-EBE3-DE7C-6A786ABD3BFA}"/>
              </a:ext>
            </a:extLst>
          </p:cNvPr>
          <p:cNvSpPr/>
          <p:nvPr/>
        </p:nvSpPr>
        <p:spPr bwMode="auto">
          <a:xfrm>
            <a:off x="3696950" y="4621904"/>
            <a:ext cx="511066" cy="2608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7F11CA-FC67-9039-63BC-BB365D75C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1438275"/>
            <a:ext cx="6215494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5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B8B0F10-F7DD-A604-C83C-2E1112C28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68" y="1443049"/>
            <a:ext cx="5890617" cy="4198918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2.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관리자 화면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(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상태 </a:t>
            </a:r>
            <a:r>
              <a:rPr lang="ko-KR" altLang="en-US" dirty="0" err="1">
                <a:solidFill>
                  <a:schemeClr val="tx1"/>
                </a:solidFill>
                <a:latin typeface="맑은 고딕"/>
                <a:ea typeface="맑은 고딕"/>
              </a:rPr>
              <a:t>드롭박스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선택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85899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대상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직번</a:t>
              </a:r>
              <a:r>
                <a:rPr lang="en-US" altLang="ko-KR" sz="1000" dirty="0">
                  <a:latin typeface="맑은 고딕"/>
                  <a:ea typeface="맑은 고딕"/>
                </a:rPr>
                <a:t> / </a:t>
              </a:r>
              <a:r>
                <a:rPr lang="ko-KR" altLang="en-US" sz="1000" dirty="0">
                  <a:latin typeface="맑은 고딕"/>
                  <a:ea typeface="맑은 고딕"/>
                </a:rPr>
                <a:t>상태로 조회한다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신청된 모든 계정을 조회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신청 현황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66E105-0BFC-EBE3-DE7C-6A786ABD3BFA}"/>
              </a:ext>
            </a:extLst>
          </p:cNvPr>
          <p:cNvSpPr/>
          <p:nvPr/>
        </p:nvSpPr>
        <p:spPr bwMode="auto">
          <a:xfrm>
            <a:off x="3696950" y="4621904"/>
            <a:ext cx="511066" cy="2608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4F98B2-4DD0-8FD9-15E6-97902DE228E4}"/>
              </a:ext>
            </a:extLst>
          </p:cNvPr>
          <p:cNvSpPr/>
          <p:nvPr/>
        </p:nvSpPr>
        <p:spPr bwMode="auto">
          <a:xfrm>
            <a:off x="3343275" y="2105025"/>
            <a:ext cx="1162050" cy="383999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C615272-B577-BF39-E1AD-68B658F7DEBE}"/>
              </a:ext>
            </a:extLst>
          </p:cNvPr>
          <p:cNvCxnSpPr>
            <a:cxnSpLocks/>
            <a:stCxn id="8" idx="2"/>
          </p:cNvCxnSpPr>
          <p:nvPr/>
        </p:nvCxnSpPr>
        <p:spPr bwMode="auto">
          <a:xfrm>
            <a:off x="3924300" y="2489024"/>
            <a:ext cx="945300" cy="920926"/>
          </a:xfrm>
          <a:prstGeom prst="straightConnector1">
            <a:avLst/>
          </a:prstGeom>
          <a:solidFill>
            <a:srgbClr val="D8D8DA"/>
          </a:solidFill>
          <a:ln w="25400">
            <a:solidFill>
              <a:srgbClr val="FF0000"/>
            </a:solidFill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B7E4DDB-F812-6A80-4CD1-B5DF3425A9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474" t="6344" r="8474" b="5239"/>
          <a:stretch/>
        </p:blipFill>
        <p:spPr>
          <a:xfrm>
            <a:off x="4412400" y="3486150"/>
            <a:ext cx="1629624" cy="181069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687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72271E9-8020-AE86-8EE0-3C59CCCD5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47" y="1439521"/>
            <a:ext cx="5956428" cy="4222841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2.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관리자 화면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(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상태 버튼 선택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85899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대상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직번</a:t>
              </a:r>
              <a:r>
                <a:rPr lang="en-US" altLang="ko-KR" sz="1000" dirty="0">
                  <a:latin typeface="맑은 고딕"/>
                  <a:ea typeface="맑은 고딕"/>
                </a:rPr>
                <a:t> / </a:t>
              </a:r>
              <a:r>
                <a:rPr lang="ko-KR" altLang="en-US" sz="1000" dirty="0">
                  <a:latin typeface="맑은 고딕"/>
                  <a:ea typeface="맑은 고딕"/>
                </a:rPr>
                <a:t>상태로 조회한다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신청된 모든 계정을 조회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신청 현황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66E105-0BFC-EBE3-DE7C-6A786ABD3BFA}"/>
              </a:ext>
            </a:extLst>
          </p:cNvPr>
          <p:cNvSpPr/>
          <p:nvPr/>
        </p:nvSpPr>
        <p:spPr bwMode="auto">
          <a:xfrm>
            <a:off x="3696950" y="4621904"/>
            <a:ext cx="511066" cy="2608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4F98B2-4DD0-8FD9-15E6-97902DE228E4}"/>
              </a:ext>
            </a:extLst>
          </p:cNvPr>
          <p:cNvSpPr/>
          <p:nvPr/>
        </p:nvSpPr>
        <p:spPr bwMode="auto">
          <a:xfrm>
            <a:off x="3343275" y="2105025"/>
            <a:ext cx="1162050" cy="383999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C615272-B577-BF39-E1AD-68B658F7DEBE}"/>
              </a:ext>
            </a:extLst>
          </p:cNvPr>
          <p:cNvCxnSpPr>
            <a:cxnSpLocks/>
            <a:stCxn id="8" idx="2"/>
          </p:cNvCxnSpPr>
          <p:nvPr/>
        </p:nvCxnSpPr>
        <p:spPr bwMode="auto">
          <a:xfrm>
            <a:off x="3924300" y="2489024"/>
            <a:ext cx="945300" cy="920926"/>
          </a:xfrm>
          <a:prstGeom prst="straightConnector1">
            <a:avLst/>
          </a:prstGeom>
          <a:solidFill>
            <a:srgbClr val="D8D8DA"/>
          </a:solidFill>
          <a:ln w="25400">
            <a:solidFill>
              <a:srgbClr val="FF0000"/>
            </a:solidFill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B7E4DDB-F812-6A80-4CD1-B5DF3425A9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474" t="6344" r="8474" b="5239"/>
          <a:stretch/>
        </p:blipFill>
        <p:spPr>
          <a:xfrm>
            <a:off x="4412400" y="3486150"/>
            <a:ext cx="1629624" cy="181069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7356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4.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관리자 화면 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 panose="020F0502020204030204"/>
                  <a:ea typeface="맑은 고딕" panose="020B0503020000020004" pitchFamily="50" charset="-127"/>
                </a:rPr>
                <a:t>기존 메일 내용을 수정하는 페이지로 수정 내용을 입력 후</a:t>
              </a:r>
              <a:r>
                <a:rPr lang="en-US" altLang="ko-KR" sz="1000" dirty="0">
                  <a:latin typeface="맑은 고딕" panose="020F0502020204030204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F0502020204030204"/>
                  <a:ea typeface="맑은 고딕" panose="020B0503020000020004" pitchFamily="50" charset="-127"/>
                </a:rPr>
                <a:t>수정 버튼을 누른다</a:t>
              </a:r>
              <a:r>
                <a:rPr lang="en-US" altLang="ko-KR" sz="1000" dirty="0">
                  <a:latin typeface="맑은 고딕" panose="020F0502020204030204"/>
                  <a:ea typeface="맑은 고딕" panose="020B0503020000020004" pitchFamily="50" charset="-127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 panose="020F0502020204030204"/>
                  <a:ea typeface="맑은 고딕" panose="020B0503020000020004" pitchFamily="50" charset="-127"/>
                </a:rPr>
                <a:t>수정된 메일 내용으로 전송된다</a:t>
              </a:r>
              <a:r>
                <a:rPr lang="en-US" altLang="ko-KR" sz="1000" dirty="0">
                  <a:latin typeface="맑은 고딕" panose="020F0502020204030204"/>
                  <a:ea typeface="맑은 고딕" panose="020B0503020000020004" pitchFamily="50" charset="-127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dirty="0">
                  <a:latin typeface="맑은 고딕" panose="020F0502020204030204"/>
                  <a:ea typeface="맑은 고딕" panose="020B0503020000020004" pitchFamily="50" charset="-127"/>
                </a:rPr>
                <a:t>PA</a:t>
              </a:r>
              <a:r>
                <a:rPr lang="ko-KR" altLang="en-US" sz="1000" dirty="0">
                  <a:latin typeface="맑은 고딕" panose="020F0502020204030204"/>
                  <a:ea typeface="맑은 고딕" panose="020B0503020000020004" pitchFamily="50" charset="-127"/>
                </a:rPr>
                <a:t>에서 자동 발송할 메일의 양식 수정</a:t>
              </a:r>
              <a:endParaRPr lang="en-US" altLang="ko-KR" sz="1000" dirty="0">
                <a:latin typeface="맑은 고딕" panose="020F0502020204030204"/>
                <a:ea typeface="맑은 고딕" panose="020B0503020000020004" pitchFamily="50" charset="-127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endParaRPr lang="en-US" altLang="ko-KR" sz="1000" dirty="0"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메일 수정</a:t>
            </a:r>
            <a:endParaRPr lang="ko-KR" altLang="en-US" sz="1300" b="1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30D398-723D-EFF3-0903-38E6F4A7F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89" y="1426174"/>
            <a:ext cx="6258040" cy="446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80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4.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관리자 화면 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 panose="020F0502020204030204"/>
                  <a:ea typeface="맑은 고딕" panose="020B0503020000020004" pitchFamily="50" charset="-127"/>
                </a:rPr>
                <a:t>직원 이름</a:t>
              </a:r>
              <a:r>
                <a:rPr lang="en-US" altLang="ko-KR" sz="1000" dirty="0">
                  <a:latin typeface="맑은 고딕" panose="020F0502020204030204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F0502020204030204"/>
                  <a:ea typeface="맑은 고딕" panose="020B0503020000020004" pitchFamily="50" charset="-127"/>
                </a:rPr>
                <a:t>직번으로 조회</a:t>
              </a:r>
              <a:endParaRPr lang="en-US" altLang="ko-KR" sz="1000" dirty="0">
                <a:latin typeface="맑은 고딕" panose="020F0502020204030204"/>
                <a:ea typeface="맑은 고딕" panose="020B0503020000020004" pitchFamily="50" charset="-127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atin typeface="맑은 고딕" panose="020F0502020204030204"/>
                  <a:ea typeface="맑은 고딕" panose="020B0503020000020004" pitchFamily="50" charset="-127"/>
                </a:rPr>
                <a:t>관리자 페이지에 접근 할 수 있는 계정</a:t>
              </a:r>
              <a:r>
                <a:rPr lang="en-US" altLang="ko-KR" sz="1000" dirty="0">
                  <a:latin typeface="맑은 고딕" panose="020F0502020204030204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latin typeface="맑은 고딕" panose="020F0502020204030204"/>
                  <a:ea typeface="맑은 고딕" panose="020B0503020000020004" pitchFamily="50" charset="-127"/>
                </a:rPr>
                <a:t>사람</a:t>
              </a:r>
              <a:r>
                <a:rPr lang="en-US" altLang="ko-KR" sz="1000" dirty="0">
                  <a:latin typeface="맑은 고딕" panose="020F0502020204030204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latin typeface="맑은 고딕" panose="020F0502020204030204"/>
                  <a:ea typeface="맑은 고딕" panose="020B0503020000020004" pitchFamily="50" charset="-127"/>
                </a:rPr>
                <a:t>을 추가</a:t>
              </a:r>
              <a:endParaRPr lang="en-US" altLang="ko-KR" sz="1000" dirty="0"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 panose="020B0604020202020204" pitchFamily="34" charset="0"/>
              </a:rPr>
              <a:t>관리자 등록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A6800A-C287-2A88-CD9A-9122B4C00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1414474"/>
            <a:ext cx="6237120" cy="445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3954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1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0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oval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200" b="0" i="0" u="none" strike="noStrike" cap="none" normalizeH="0" baseline="0" smtClean="0">
            <a:ln>
              <a:noFill/>
            </a:ln>
            <a:effectLst/>
            <a:latin typeface="Arial" charset="0"/>
            <a:ea typeface="맑은 고딕" pitchFamily="50" charset="-127"/>
            <a:cs typeface="Arial" charset="0"/>
          </a:defRPr>
        </a:defPPr>
      </a:lstStyle>
    </a:spDef>
    <a:lnDef>
      <a:spPr bwMode="auto">
        <a:solidFill>
          <a:srgbClr val="D8D8DA"/>
        </a:solidFill>
        <a:ln w="6350">
          <a:solidFill>
            <a:schemeClr val="tx1"/>
          </a:solidFill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맑은 고딕"/>
        <a:ea typeface="맑은 고딕"/>
        <a:cs typeface="맑은 고딕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3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3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6c982b3-6b43-48aa-a2df-012dd47bec39">
      <UserInfo>
        <DisplayName>배태영</DisplayName>
        <AccountId>19</AccountId>
        <AccountType/>
      </UserInfo>
    </SharedWithUsers>
    <lcf76f155ced4ddcb4097134ff3c332f xmlns="c07cada4-5f9c-4780-a110-430c96f3c1a7">
      <Terms xmlns="http://schemas.microsoft.com/office/infopath/2007/PartnerControls"/>
    </lcf76f155ced4ddcb4097134ff3c332f>
    <TaxCatchAll xmlns="b6c982b3-6b43-48aa-a2df-012dd47bec3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409FB05310CA498D63EF8E789716EF" ma:contentTypeVersion="11" ma:contentTypeDescription="Create a new document." ma:contentTypeScope="" ma:versionID="1c98f086c5fa767917dd0babdb7f7377">
  <xsd:schema xmlns:xsd="http://www.w3.org/2001/XMLSchema" xmlns:xs="http://www.w3.org/2001/XMLSchema" xmlns:p="http://schemas.microsoft.com/office/2006/metadata/properties" xmlns:ns2="c07cada4-5f9c-4780-a110-430c96f3c1a7" xmlns:ns3="b6c982b3-6b43-48aa-a2df-012dd47bec39" targetNamespace="http://schemas.microsoft.com/office/2006/metadata/properties" ma:root="true" ma:fieldsID="a1e484488bd04b594cb9e8b7755d5979" ns2:_="" ns3:_="">
    <xsd:import namespace="c07cada4-5f9c-4780-a110-430c96f3c1a7"/>
    <xsd:import namespace="b6c982b3-6b43-48aa-a2df-012dd47bec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cada4-5f9c-4780-a110-430c96f3c1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3b00611-f1c6-4fd4-9393-b2b4fb5ba6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c982b3-6b43-48aa-a2df-012dd47bec3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7c1c57a9-4185-4f8d-9b18-9374433c6717}" ma:internalName="TaxCatchAll" ma:showField="CatchAllData" ma:web="b6c982b3-6b43-48aa-a2df-012dd47be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0B1393-AA95-4CA4-98E2-B3C9308B6AAE}">
  <ds:schemaRefs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b6c982b3-6b43-48aa-a2df-012dd47bec39"/>
    <ds:schemaRef ds:uri="c07cada4-5f9c-4780-a110-430c96f3c1a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6B0867-D07E-461F-BBC5-C10D7FAA288F}"/>
</file>

<file path=customXml/itemProps3.xml><?xml version="1.0" encoding="utf-8"?>
<ds:datastoreItem xmlns:ds="http://schemas.openxmlformats.org/officeDocument/2006/customXml" ds:itemID="{222202AA-17C4-4E7B-8DA5-47FC270625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406</Words>
  <Application>Microsoft Office PowerPoint</Application>
  <PresentationFormat>A4 용지(210x297mm)</PresentationFormat>
  <Paragraphs>69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Inter</vt:lpstr>
      <vt:lpstr>Wingdings,Sans-Serif</vt:lpstr>
      <vt:lpstr>Malgun Gothic</vt:lpstr>
      <vt:lpstr>Malgun Gothic</vt:lpstr>
      <vt:lpstr>Arial</vt:lpstr>
      <vt:lpstr>Calibri</vt:lpstr>
      <vt:lpstr>Calibri Light</vt:lpstr>
      <vt:lpstr>Wingdings</vt:lpstr>
      <vt:lpstr>2_Office 테마</vt:lpstr>
      <vt:lpstr>PowerPoint 프레젠테이션</vt:lpstr>
      <vt:lpstr>1. 사용자 화면: 신청 및 조회(개별 등록)</vt:lpstr>
      <vt:lpstr>1. 사용자 화면: 신청 및 조회(일괄 등록)</vt:lpstr>
      <vt:lpstr>1. 사용자 화면: 신청 및 조회(일괄 등록)&gt;선택</vt:lpstr>
      <vt:lpstr>1. 사용자 화면 </vt:lpstr>
      <vt:lpstr>1.사용자 화면 </vt:lpstr>
      <vt:lpstr>2. 관리자 화면 </vt:lpstr>
      <vt:lpstr>2. 관리자 화면: (상태 드롭박스 선택)</vt:lpstr>
      <vt:lpstr>2. 관리자 화면: (상태 버튼 선택)</vt:lpstr>
      <vt:lpstr>4.관리자 화면 </vt:lpstr>
      <vt:lpstr>4.관리자 화면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bs seo</dc:creator>
  <cp:keywords/>
  <dc:description/>
  <cp:lastModifiedBy>최지이</cp:lastModifiedBy>
  <cp:revision>18</cp:revision>
  <cp:lastPrinted>2022-11-20T12:31:23Z</cp:lastPrinted>
  <dcterms:modified xsi:type="dcterms:W3CDTF">2023-12-18T00:23:44Z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0x01010080409FB05310CA498D63EF8E789716EF</vt:lpwstr>
  </property>
  <property fmtid="{D5CDD505-2E9C-101B-9397-08002B2CF9AE}" pid="3" name="MediaServiceImageTags">
    <vt:lpwstr/>
  </property>
</Properties>
</file>