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715" r:id="rId4"/>
  </p:sldMasterIdLst>
  <p:notesMasterIdLst>
    <p:notesMasterId r:id="rId8"/>
  </p:notesMasterIdLst>
  <p:handoutMasterIdLst>
    <p:handoutMasterId r:id="rId9"/>
  </p:handoutMasterIdLst>
  <p:sldIdLst>
    <p:sldId id="9984" r:id="rId5"/>
    <p:sldId id="10033" r:id="rId6"/>
    <p:sldId id="10041" r:id="rId7"/>
  </p:sldIdLst>
  <p:sldSz cx="9906000" cy="6858000" type="A4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1pPr>
    <a:lvl2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2pPr>
    <a:lvl3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3pPr>
    <a:lvl4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4pPr>
    <a:lvl5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5pPr>
    <a:lvl6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6pPr>
    <a:lvl7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7pPr>
    <a:lvl8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8pPr>
    <a:lvl9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4" orient="horz" pos="2976" userDrawn="1">
          <p15:clr>
            <a:srgbClr val="A4A3A4"/>
          </p15:clr>
        </p15:guide>
        <p15:guide id="5" orient="horz" pos="3022" userDrawn="1">
          <p15:clr>
            <a:srgbClr val="A4A3A4"/>
          </p15:clr>
        </p15:guide>
        <p15:guide id="6" orient="horz" pos="4042" userDrawn="1">
          <p15:clr>
            <a:srgbClr val="A4A3A4"/>
          </p15:clr>
        </p15:guide>
        <p15:guide id="7" pos="2054" userDrawn="1">
          <p15:clr>
            <a:srgbClr val="A4A3A4"/>
          </p15:clr>
        </p15:guide>
        <p15:guide id="8" pos="3143" userDrawn="1">
          <p15:clr>
            <a:srgbClr val="A4A3A4"/>
          </p15:clr>
        </p15:guide>
        <p15:guide id="9" pos="3574" userDrawn="1">
          <p15:clr>
            <a:srgbClr val="A4A3A4"/>
          </p15:clr>
        </p15:guide>
        <p15:guide id="10" pos="32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 lee" initials="SJl" lastIdx="3" clrIdx="0">
    <p:extLst>
      <p:ext uri="{19B8F6BF-5375-455C-9EA6-DF929625EA0E}">
        <p15:presenceInfo xmlns:p15="http://schemas.microsoft.com/office/powerpoint/2012/main" userId="74e0cbd72fbbbb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0B4"/>
    <a:srgbClr val="B4E986"/>
    <a:srgbClr val="FF0000"/>
    <a:srgbClr val="6ACA13"/>
    <a:srgbClr val="F99200"/>
    <a:srgbClr val="1055A7"/>
    <a:srgbClr val="0850A3"/>
    <a:srgbClr val="80FFAB"/>
    <a:srgbClr val="4EAECA"/>
    <a:srgbClr val="F2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E10D8-CDA4-48A5-8193-0E44D475B060}" v="2" dt="2025-07-22T11:43:22.511"/>
    <p1510:client id="{D4997E23-193E-41C2-9260-F24C538960B1}" v="1" dt="2025-07-22T11:28:02.12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32" autoAdjust="0"/>
    <p:restoredTop sz="96353" autoAdjust="0"/>
  </p:normalViewPr>
  <p:slideViewPr>
    <p:cSldViewPr snapToGrid="0">
      <p:cViewPr varScale="1">
        <p:scale>
          <a:sx n="110" d="100"/>
          <a:sy n="110" d="100"/>
        </p:scale>
        <p:origin x="1836" y="114"/>
      </p:cViewPr>
      <p:guideLst>
        <p:guide orient="horz" pos="1094"/>
        <p:guide orient="horz" pos="3974"/>
        <p:guide orient="horz" pos="2976"/>
        <p:guide orient="horz" pos="3022"/>
        <p:guide orient="horz" pos="4042"/>
        <p:guide pos="2054"/>
        <p:guide pos="3143"/>
        <p:guide pos="3574"/>
        <p:guide pos="32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etae3584@naver.com" userId="66072af3017d291b" providerId="LiveId" clId="{D4997E23-193E-41C2-9260-F24C538960B1}"/>
    <pc:docChg chg="modSld">
      <pc:chgData name="baetae3584@naver.com" userId="66072af3017d291b" providerId="LiveId" clId="{D4997E23-193E-41C2-9260-F24C538960B1}" dt="2025-07-22T11:28:08.783" v="1" actId="478"/>
      <pc:docMkLst>
        <pc:docMk/>
      </pc:docMkLst>
      <pc:sldChg chg="addSp delSp">
        <pc:chgData name="baetae3584@naver.com" userId="66072af3017d291b" providerId="LiveId" clId="{D4997E23-193E-41C2-9260-F24C538960B1}" dt="2025-07-22T11:28:08.783" v="1" actId="478"/>
        <pc:sldMkLst>
          <pc:docMk/>
          <pc:sldMk cId="3543560595" sldId="9984"/>
        </pc:sldMkLst>
        <pc:picChg chg="add del">
          <ac:chgData name="baetae3584@naver.com" userId="66072af3017d291b" providerId="LiveId" clId="{D4997E23-193E-41C2-9260-F24C538960B1}" dt="2025-07-22T11:28:08.783" v="1" actId="478"/>
          <ac:picMkLst>
            <pc:docMk/>
            <pc:sldMk cId="3543560595" sldId="9984"/>
            <ac:picMk id="2" creationId="{FE25BE8C-AF9F-99DF-2BDE-7280F4B27311}"/>
          </ac:picMkLst>
        </pc:picChg>
      </pc:sldChg>
    </pc:docChg>
  </pc:docChgLst>
  <pc:docChgLst>
    <pc:chgData name="baetae3584@naver.com" userId="66072af3017d291b" providerId="LiveId" clId="{626E10D8-CDA4-48A5-8193-0E44D475B060}"/>
    <pc:docChg chg="undo custSel addSld delSld modSld">
      <pc:chgData name="baetae3584@naver.com" userId="66072af3017d291b" providerId="LiveId" clId="{626E10D8-CDA4-48A5-8193-0E44D475B060}" dt="2025-07-22T12:25:21.013" v="883" actId="20577"/>
      <pc:docMkLst>
        <pc:docMk/>
      </pc:docMkLst>
      <pc:sldChg chg="delSp modSp mod">
        <pc:chgData name="baetae3584@naver.com" userId="66072af3017d291b" providerId="LiveId" clId="{626E10D8-CDA4-48A5-8193-0E44D475B060}" dt="2025-07-22T12:25:21.013" v="883" actId="20577"/>
        <pc:sldMkLst>
          <pc:docMk/>
          <pc:sldMk cId="3543560595" sldId="9984"/>
        </pc:sldMkLst>
        <pc:spChg chg="mod">
          <ac:chgData name="baetae3584@naver.com" userId="66072af3017d291b" providerId="LiveId" clId="{626E10D8-CDA4-48A5-8193-0E44D475B060}" dt="2025-07-22T12:25:21.013" v="883" actId="20577"/>
          <ac:spMkLst>
            <pc:docMk/>
            <pc:sldMk cId="3543560595" sldId="9984"/>
            <ac:spMk id="3" creationId="{357CD8DC-60C4-E16E-1A7C-D253DBCF8932}"/>
          </ac:spMkLst>
        </pc:spChg>
        <pc:spChg chg="mod">
          <ac:chgData name="baetae3584@naver.com" userId="66072af3017d291b" providerId="LiveId" clId="{626E10D8-CDA4-48A5-8193-0E44D475B060}" dt="2025-07-22T11:29:11.708" v="49" actId="20577"/>
          <ac:spMkLst>
            <pc:docMk/>
            <pc:sldMk cId="3543560595" sldId="9984"/>
            <ac:spMk id="32" creationId="{748E8CF0-983B-42CA-BF80-A67B26702EBB}"/>
          </ac:spMkLst>
        </pc:spChg>
        <pc:picChg chg="del">
          <ac:chgData name="baetae3584@naver.com" userId="66072af3017d291b" providerId="LiveId" clId="{626E10D8-CDA4-48A5-8193-0E44D475B060}" dt="2025-07-22T11:28:58.531" v="2" actId="478"/>
          <ac:picMkLst>
            <pc:docMk/>
            <pc:sldMk cId="3543560595" sldId="9984"/>
            <ac:picMk id="2" creationId="{FE25BE8C-AF9F-99DF-2BDE-7280F4B27311}"/>
          </ac:picMkLst>
        </pc:picChg>
      </pc:sldChg>
      <pc:sldChg chg="del">
        <pc:chgData name="baetae3584@naver.com" userId="66072af3017d291b" providerId="LiveId" clId="{626E10D8-CDA4-48A5-8193-0E44D475B060}" dt="2025-07-22T11:35:24.233" v="58" actId="47"/>
        <pc:sldMkLst>
          <pc:docMk/>
          <pc:sldMk cId="3404273573" sldId="9989"/>
        </pc:sldMkLst>
      </pc:sldChg>
      <pc:sldChg chg="add del">
        <pc:chgData name="baetae3584@naver.com" userId="66072af3017d291b" providerId="LiveId" clId="{626E10D8-CDA4-48A5-8193-0E44D475B060}" dt="2025-07-22T11:51:19.446" v="881" actId="47"/>
        <pc:sldMkLst>
          <pc:docMk/>
          <pc:sldMk cId="2765242245" sldId="10000"/>
        </pc:sldMkLst>
      </pc:sldChg>
      <pc:sldChg chg="delSp modSp mod delAnim">
        <pc:chgData name="baetae3584@naver.com" userId="66072af3017d291b" providerId="LiveId" clId="{626E10D8-CDA4-48A5-8193-0E44D475B060}" dt="2025-07-22T11:42:28.639" v="860" actId="1076"/>
        <pc:sldMkLst>
          <pc:docMk/>
          <pc:sldMk cId="390741589" sldId="10033"/>
        </pc:sldMkLst>
        <pc:spChg chg="del">
          <ac:chgData name="baetae3584@naver.com" userId="66072af3017d291b" providerId="LiveId" clId="{626E10D8-CDA4-48A5-8193-0E44D475B060}" dt="2025-07-22T11:42:20.304" v="859" actId="478"/>
          <ac:spMkLst>
            <pc:docMk/>
            <pc:sldMk cId="390741589" sldId="10033"/>
            <ac:spMk id="2" creationId="{1E47F295-5B33-87F3-A2A5-8CED2A12C0CF}"/>
          </ac:spMkLst>
        </pc:spChg>
        <pc:spChg chg="mod">
          <ac:chgData name="baetae3584@naver.com" userId="66072af3017d291b" providerId="LiveId" clId="{626E10D8-CDA4-48A5-8193-0E44D475B060}" dt="2025-07-22T11:37:57.029" v="334" actId="20577"/>
          <ac:spMkLst>
            <pc:docMk/>
            <pc:sldMk cId="390741589" sldId="10033"/>
            <ac:spMk id="3" creationId="{934E1779-4C7D-494A-B74A-60A61D8939E2}"/>
          </ac:spMkLst>
        </pc:spChg>
        <pc:spChg chg="del mod">
          <ac:chgData name="baetae3584@naver.com" userId="66072af3017d291b" providerId="LiveId" clId="{626E10D8-CDA4-48A5-8193-0E44D475B060}" dt="2025-07-22T11:42:18.769" v="857" actId="478"/>
          <ac:spMkLst>
            <pc:docMk/>
            <pc:sldMk cId="390741589" sldId="10033"/>
            <ac:spMk id="22" creationId="{7A522247-6ACD-B1D5-36FC-77BE7E47AAC3}"/>
          </ac:spMkLst>
        </pc:spChg>
        <pc:spChg chg="mod">
          <ac:chgData name="baetae3584@naver.com" userId="66072af3017d291b" providerId="LiveId" clId="{626E10D8-CDA4-48A5-8193-0E44D475B060}" dt="2025-07-22T11:38:27.694" v="450" actId="20577"/>
          <ac:spMkLst>
            <pc:docMk/>
            <pc:sldMk cId="390741589" sldId="10033"/>
            <ac:spMk id="31" creationId="{3FEF96F0-1329-342A-64B0-06057246423F}"/>
          </ac:spMkLst>
        </pc:spChg>
        <pc:spChg chg="mod">
          <ac:chgData name="baetae3584@naver.com" userId="66072af3017d291b" providerId="LiveId" clId="{626E10D8-CDA4-48A5-8193-0E44D475B060}" dt="2025-07-22T11:42:28.639" v="860" actId="1076"/>
          <ac:spMkLst>
            <pc:docMk/>
            <pc:sldMk cId="390741589" sldId="10033"/>
            <ac:spMk id="45" creationId="{DFB12008-3CBE-96CF-7F0D-274F2CA0F1CD}"/>
          </ac:spMkLst>
        </pc:spChg>
        <pc:spChg chg="mod">
          <ac:chgData name="baetae3584@naver.com" userId="66072af3017d291b" providerId="LiveId" clId="{626E10D8-CDA4-48A5-8193-0E44D475B060}" dt="2025-07-22T11:42:28.639" v="860" actId="1076"/>
          <ac:spMkLst>
            <pc:docMk/>
            <pc:sldMk cId="390741589" sldId="10033"/>
            <ac:spMk id="46" creationId="{6ACD7C5E-1C05-12DF-C765-1667560DEC54}"/>
          </ac:spMkLst>
        </pc:spChg>
        <pc:spChg chg="mod">
          <ac:chgData name="baetae3584@naver.com" userId="66072af3017d291b" providerId="LiveId" clId="{626E10D8-CDA4-48A5-8193-0E44D475B060}" dt="2025-07-22T11:38:58.772" v="548" actId="20577"/>
          <ac:spMkLst>
            <pc:docMk/>
            <pc:sldMk cId="390741589" sldId="10033"/>
            <ac:spMk id="48" creationId="{B08B2C62-4B0A-5920-AAD0-A6697497A606}"/>
          </ac:spMkLst>
        </pc:spChg>
        <pc:spChg chg="mod">
          <ac:chgData name="baetae3584@naver.com" userId="66072af3017d291b" providerId="LiveId" clId="{626E10D8-CDA4-48A5-8193-0E44D475B060}" dt="2025-07-22T11:38:31.706" v="461" actId="20577"/>
          <ac:spMkLst>
            <pc:docMk/>
            <pc:sldMk cId="390741589" sldId="10033"/>
            <ac:spMk id="49" creationId="{54A02062-96C3-2A6D-AED5-ADBBF04790C8}"/>
          </ac:spMkLst>
        </pc:spChg>
        <pc:spChg chg="mod">
          <ac:chgData name="baetae3584@naver.com" userId="66072af3017d291b" providerId="LiveId" clId="{626E10D8-CDA4-48A5-8193-0E44D475B060}" dt="2025-07-22T11:39:19.833" v="634" actId="20577"/>
          <ac:spMkLst>
            <pc:docMk/>
            <pc:sldMk cId="390741589" sldId="10033"/>
            <ac:spMk id="52" creationId="{86FDBFA1-F3FE-52F0-9732-1B67481514FF}"/>
          </ac:spMkLst>
        </pc:spChg>
        <pc:spChg chg="mod">
          <ac:chgData name="baetae3584@naver.com" userId="66072af3017d291b" providerId="LiveId" clId="{626E10D8-CDA4-48A5-8193-0E44D475B060}" dt="2025-07-22T11:39:04.823" v="556" actId="20577"/>
          <ac:spMkLst>
            <pc:docMk/>
            <pc:sldMk cId="390741589" sldId="10033"/>
            <ac:spMk id="53" creationId="{52C21451-5211-13D0-B374-3A02E2CB1EBD}"/>
          </ac:spMkLst>
        </pc:spChg>
        <pc:spChg chg="mod">
          <ac:chgData name="baetae3584@naver.com" userId="66072af3017d291b" providerId="LiveId" clId="{626E10D8-CDA4-48A5-8193-0E44D475B060}" dt="2025-07-22T11:41:23.634" v="768" actId="20577"/>
          <ac:spMkLst>
            <pc:docMk/>
            <pc:sldMk cId="390741589" sldId="10033"/>
            <ac:spMk id="56" creationId="{770063E3-FF18-FCBA-80A4-F59F910590EF}"/>
          </ac:spMkLst>
        </pc:spChg>
        <pc:spChg chg="mod">
          <ac:chgData name="baetae3584@naver.com" userId="66072af3017d291b" providerId="LiveId" clId="{626E10D8-CDA4-48A5-8193-0E44D475B060}" dt="2025-07-22T11:39:25.277" v="635" actId="20577"/>
          <ac:spMkLst>
            <pc:docMk/>
            <pc:sldMk cId="390741589" sldId="10033"/>
            <ac:spMk id="57" creationId="{E6F743FF-C909-C5D5-77FB-A6FF4F37B019}"/>
          </ac:spMkLst>
        </pc:spChg>
        <pc:spChg chg="mod">
          <ac:chgData name="baetae3584@naver.com" userId="66072af3017d291b" providerId="LiveId" clId="{626E10D8-CDA4-48A5-8193-0E44D475B060}" dt="2025-07-22T11:42:05.931" v="852" actId="20577"/>
          <ac:spMkLst>
            <pc:docMk/>
            <pc:sldMk cId="390741589" sldId="10033"/>
            <ac:spMk id="60" creationId="{B790CF60-3671-C0DD-3945-ABD00CAEBFF2}"/>
          </ac:spMkLst>
        </pc:spChg>
        <pc:spChg chg="mod">
          <ac:chgData name="baetae3584@naver.com" userId="66072af3017d291b" providerId="LiveId" clId="{626E10D8-CDA4-48A5-8193-0E44D475B060}" dt="2025-07-22T11:41:53.020" v="827" actId="20577"/>
          <ac:spMkLst>
            <pc:docMk/>
            <pc:sldMk cId="390741589" sldId="10033"/>
            <ac:spMk id="61" creationId="{5452C798-B6A0-2088-B2A9-5053DA852CC6}"/>
          </ac:spMkLst>
        </pc:s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47" creationId="{B44AF7C5-BCB6-C898-5479-9256181BB639}"/>
          </ac:grpSpMkLst>
        </pc:gr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51" creationId="{05D1A4DE-87FA-78ED-5C8D-216E9B6BCBDB}"/>
          </ac:grpSpMkLst>
        </pc:gr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55" creationId="{B05C19D7-CFFA-60B1-F114-1785C7615262}"/>
          </ac:grpSpMkLst>
        </pc:gr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59" creationId="{D6788170-089D-63C4-0558-A58C6681D689}"/>
          </ac:grpSpMkLst>
        </pc:grpChg>
        <pc:grpChg chg="del">
          <ac:chgData name="baetae3584@naver.com" userId="66072af3017d291b" providerId="LiveId" clId="{626E10D8-CDA4-48A5-8193-0E44D475B060}" dt="2025-07-22T11:42:12.143" v="853" actId="478"/>
          <ac:grpSpMkLst>
            <pc:docMk/>
            <pc:sldMk cId="390741589" sldId="10033"/>
            <ac:grpSpMk id="63" creationId="{73CD7153-8A6F-DD7F-642F-E6FF87261503}"/>
          </ac:grpSpMkLst>
        </pc:grpChg>
        <pc:grpChg chg="del">
          <ac:chgData name="baetae3584@naver.com" userId="66072af3017d291b" providerId="LiveId" clId="{626E10D8-CDA4-48A5-8193-0E44D475B060}" dt="2025-07-22T11:42:12.143" v="853" actId="478"/>
          <ac:grpSpMkLst>
            <pc:docMk/>
            <pc:sldMk cId="390741589" sldId="10033"/>
            <ac:grpSpMk id="67" creationId="{582EFC01-D110-331C-A56C-7A6D2EB8CEE1}"/>
          </ac:grpSpMkLst>
        </pc:grpChg>
        <pc:grpChg chg="del">
          <ac:chgData name="baetae3584@naver.com" userId="66072af3017d291b" providerId="LiveId" clId="{626E10D8-CDA4-48A5-8193-0E44D475B060}" dt="2025-07-22T11:42:12.143" v="853" actId="478"/>
          <ac:grpSpMkLst>
            <pc:docMk/>
            <pc:sldMk cId="390741589" sldId="10033"/>
            <ac:grpSpMk id="100" creationId="{82D35CA0-4DF3-9AD9-8B91-FC536F943C46}"/>
          </ac:grpSpMkLst>
        </pc:grpChg>
        <pc:picChg chg="mod">
          <ac:chgData name="baetae3584@naver.com" userId="66072af3017d291b" providerId="LiveId" clId="{626E10D8-CDA4-48A5-8193-0E44D475B060}" dt="2025-07-22T11:42:28.639" v="860" actId="1076"/>
          <ac:picMkLst>
            <pc:docMk/>
            <pc:sldMk cId="390741589" sldId="10033"/>
            <ac:picMk id="19" creationId="{C2DEEABD-CB43-CE21-7304-108F4BBC6573}"/>
          </ac:picMkLst>
        </pc:picChg>
        <pc:picChg chg="del">
          <ac:chgData name="baetae3584@naver.com" userId="66072af3017d291b" providerId="LiveId" clId="{626E10D8-CDA4-48A5-8193-0E44D475B060}" dt="2025-07-22T11:42:19.222" v="858" actId="478"/>
          <ac:picMkLst>
            <pc:docMk/>
            <pc:sldMk cId="390741589" sldId="10033"/>
            <ac:picMk id="20" creationId="{54D23EBF-3C33-1DFF-CE62-E8B02DE1787F}"/>
          </ac:picMkLst>
        </pc:picChg>
        <pc:cxnChg chg="del mod">
          <ac:chgData name="baetae3584@naver.com" userId="66072af3017d291b" providerId="LiveId" clId="{626E10D8-CDA4-48A5-8193-0E44D475B060}" dt="2025-07-22T11:42:17.459" v="855" actId="478"/>
          <ac:cxnSpMkLst>
            <pc:docMk/>
            <pc:sldMk cId="390741589" sldId="10033"/>
            <ac:cxnSpMk id="21" creationId="{7D917400-0F31-C630-875E-6B2169285E67}"/>
          </ac:cxnSpMkLst>
        </pc:cxnChg>
        <pc:cxnChg chg="mod">
          <ac:chgData name="baetae3584@naver.com" userId="66072af3017d291b" providerId="LiveId" clId="{626E10D8-CDA4-48A5-8193-0E44D475B060}" dt="2025-07-22T11:42:28.639" v="860" actId="1076"/>
          <ac:cxnSpMkLst>
            <pc:docMk/>
            <pc:sldMk cId="390741589" sldId="10033"/>
            <ac:cxnSpMk id="84" creationId="{8B3FDFD8-9CB2-5E7E-1BDD-5BBE38BD226E}"/>
          </ac:cxnSpMkLst>
        </pc:cxnChg>
        <pc:cxnChg chg="mod">
          <ac:chgData name="baetae3584@naver.com" userId="66072af3017d291b" providerId="LiveId" clId="{626E10D8-CDA4-48A5-8193-0E44D475B060}" dt="2025-07-22T11:42:28.639" v="860" actId="1076"/>
          <ac:cxnSpMkLst>
            <pc:docMk/>
            <pc:sldMk cId="390741589" sldId="10033"/>
            <ac:cxnSpMk id="92" creationId="{5209D256-C61F-51EB-4D56-22B8678B0D95}"/>
          </ac:cxnSpMkLst>
        </pc:cxnChg>
        <pc:cxnChg chg="mod">
          <ac:chgData name="baetae3584@naver.com" userId="66072af3017d291b" providerId="LiveId" clId="{626E10D8-CDA4-48A5-8193-0E44D475B060}" dt="2025-07-22T11:42:28.639" v="860" actId="1076"/>
          <ac:cxnSpMkLst>
            <pc:docMk/>
            <pc:sldMk cId="390741589" sldId="10033"/>
            <ac:cxnSpMk id="97" creationId="{B1F5494F-5115-32B8-321B-B87662C59448}"/>
          </ac:cxnSpMkLst>
        </pc:cxnChg>
        <pc:cxnChg chg="del mod">
          <ac:chgData name="baetae3584@naver.com" userId="66072af3017d291b" providerId="LiveId" clId="{626E10D8-CDA4-48A5-8193-0E44D475B060}" dt="2025-07-22T11:42:12.143" v="853" actId="478"/>
          <ac:cxnSpMkLst>
            <pc:docMk/>
            <pc:sldMk cId="390741589" sldId="10033"/>
            <ac:cxnSpMk id="98" creationId="{FE920A86-28AC-75EF-E6B6-34CA6851938E}"/>
          </ac:cxnSpMkLst>
        </pc:cxnChg>
        <pc:cxnChg chg="del mod">
          <ac:chgData name="baetae3584@naver.com" userId="66072af3017d291b" providerId="LiveId" clId="{626E10D8-CDA4-48A5-8193-0E44D475B060}" dt="2025-07-22T11:42:12.143" v="853" actId="478"/>
          <ac:cxnSpMkLst>
            <pc:docMk/>
            <pc:sldMk cId="390741589" sldId="10033"/>
            <ac:cxnSpMk id="99" creationId="{D24E4F88-EFC1-517E-DF4F-B2368E59D8DF}"/>
          </ac:cxnSpMkLst>
        </pc:cxnChg>
        <pc:cxnChg chg="del mod">
          <ac:chgData name="baetae3584@naver.com" userId="66072af3017d291b" providerId="LiveId" clId="{626E10D8-CDA4-48A5-8193-0E44D475B060}" dt="2025-07-22T11:42:12.143" v="853" actId="478"/>
          <ac:cxnSpMkLst>
            <pc:docMk/>
            <pc:sldMk cId="390741589" sldId="10033"/>
            <ac:cxnSpMk id="114" creationId="{02AE7DAF-F9AD-9330-FD17-9B7413598CE6}"/>
          </ac:cxnSpMkLst>
        </pc:cxnChg>
      </pc:sldChg>
      <pc:sldChg chg="del">
        <pc:chgData name="baetae3584@naver.com" userId="66072af3017d291b" providerId="LiveId" clId="{626E10D8-CDA4-48A5-8193-0E44D475B060}" dt="2025-07-22T11:35:47.251" v="75" actId="47"/>
        <pc:sldMkLst>
          <pc:docMk/>
          <pc:sldMk cId="2023944442" sldId="10037"/>
        </pc:sldMkLst>
      </pc:sldChg>
      <pc:sldChg chg="del">
        <pc:chgData name="baetae3584@naver.com" userId="66072af3017d291b" providerId="LiveId" clId="{626E10D8-CDA4-48A5-8193-0E44D475B060}" dt="2025-07-22T11:35:21.059" v="56" actId="47"/>
        <pc:sldMkLst>
          <pc:docMk/>
          <pc:sldMk cId="2032818823" sldId="10038"/>
        </pc:sldMkLst>
      </pc:sldChg>
      <pc:sldChg chg="addSp delSp modSp mod">
        <pc:chgData name="baetae3584@naver.com" userId="66072af3017d291b" providerId="LiveId" clId="{626E10D8-CDA4-48A5-8193-0E44D475B060}" dt="2025-07-22T11:51:13.524" v="880" actId="34135"/>
        <pc:sldMkLst>
          <pc:docMk/>
          <pc:sldMk cId="613931669" sldId="10041"/>
        </pc:sldMkLst>
        <pc:spChg chg="mod">
          <ac:chgData name="baetae3584@naver.com" userId="66072af3017d291b" providerId="LiveId" clId="{626E10D8-CDA4-48A5-8193-0E44D475B060}" dt="2025-07-22T11:43:22.511" v="865"/>
          <ac:spMkLst>
            <pc:docMk/>
            <pc:sldMk cId="613931669" sldId="10041"/>
            <ac:spMk id="3" creationId="{934E1779-4C7D-494A-B74A-60A61D8939E2}"/>
          </ac:spMkLst>
        </pc:spChg>
        <pc:spChg chg="mod ord">
          <ac:chgData name="baetae3584@naver.com" userId="66072af3017d291b" providerId="LiveId" clId="{626E10D8-CDA4-48A5-8193-0E44D475B060}" dt="2025-07-22T11:51:13.524" v="880" actId="34135"/>
          <ac:spMkLst>
            <pc:docMk/>
            <pc:sldMk cId="613931669" sldId="10041"/>
            <ac:spMk id="4" creationId="{C220FF0E-AD59-001C-2EC5-307577FD8418}"/>
          </ac:spMkLst>
        </pc:spChg>
        <pc:spChg chg="del mod">
          <ac:chgData name="baetae3584@naver.com" userId="66072af3017d291b" providerId="LiveId" clId="{626E10D8-CDA4-48A5-8193-0E44D475B060}" dt="2025-07-22T11:50:46.279" v="872" actId="478"/>
          <ac:spMkLst>
            <pc:docMk/>
            <pc:sldMk cId="613931669" sldId="10041"/>
            <ac:spMk id="5" creationId="{DB41765A-CCA5-F439-5D87-70DCE1C57437}"/>
          </ac:spMkLst>
        </pc:spChg>
        <pc:spChg chg="del">
          <ac:chgData name="baetae3584@naver.com" userId="66072af3017d291b" providerId="LiveId" clId="{626E10D8-CDA4-48A5-8193-0E44D475B060}" dt="2025-07-22T11:50:46.279" v="872" actId="478"/>
          <ac:spMkLst>
            <pc:docMk/>
            <pc:sldMk cId="613931669" sldId="10041"/>
            <ac:spMk id="6" creationId="{4175145E-7CEF-8309-88D1-1EA29CA0276D}"/>
          </ac:spMkLst>
        </pc:spChg>
        <pc:spChg chg="del">
          <ac:chgData name="baetae3584@naver.com" userId="66072af3017d291b" providerId="LiveId" clId="{626E10D8-CDA4-48A5-8193-0E44D475B060}" dt="2025-07-22T11:50:46.279" v="872" actId="478"/>
          <ac:spMkLst>
            <pc:docMk/>
            <pc:sldMk cId="613931669" sldId="10041"/>
            <ac:spMk id="8" creationId="{BA0E34AA-CC16-758F-C6F7-33523A794B96}"/>
          </ac:spMkLst>
        </pc:spChg>
        <pc:spChg chg="mod">
          <ac:chgData name="baetae3584@naver.com" userId="66072af3017d291b" providerId="LiveId" clId="{626E10D8-CDA4-48A5-8193-0E44D475B060}" dt="2025-07-22T11:43:27.582" v="868" actId="20577"/>
          <ac:spMkLst>
            <pc:docMk/>
            <pc:sldMk cId="613931669" sldId="10041"/>
            <ac:spMk id="31" creationId="{3FEF96F0-1329-342A-64B0-06057246423F}"/>
          </ac:spMkLst>
        </pc:spChg>
        <pc:picChg chg="del">
          <ac:chgData name="baetae3584@naver.com" userId="66072af3017d291b" providerId="LiveId" clId="{626E10D8-CDA4-48A5-8193-0E44D475B060}" dt="2025-07-22T11:50:46.279" v="872" actId="478"/>
          <ac:picMkLst>
            <pc:docMk/>
            <pc:sldMk cId="613931669" sldId="10041"/>
            <ac:picMk id="2" creationId="{E2A6871E-98F2-7C10-7EE0-229E5082E29D}"/>
          </ac:picMkLst>
        </pc:picChg>
        <pc:picChg chg="del">
          <ac:chgData name="baetae3584@naver.com" userId="66072af3017d291b" providerId="LiveId" clId="{626E10D8-CDA4-48A5-8193-0E44D475B060}" dt="2025-07-22T11:50:46.279" v="872" actId="478"/>
          <ac:picMkLst>
            <pc:docMk/>
            <pc:sldMk cId="613931669" sldId="10041"/>
            <ac:picMk id="7" creationId="{7E119165-9ABB-73FD-1AF6-9A159BF91B92}"/>
          </ac:picMkLst>
        </pc:picChg>
        <pc:picChg chg="add mod">
          <ac:chgData name="baetae3584@naver.com" userId="66072af3017d291b" providerId="LiveId" clId="{626E10D8-CDA4-48A5-8193-0E44D475B060}" dt="2025-07-22T11:51:00.849" v="875" actId="1076"/>
          <ac:picMkLst>
            <pc:docMk/>
            <pc:sldMk cId="613931669" sldId="10041"/>
            <ac:picMk id="10" creationId="{79CB1BEA-3915-25F1-54E1-0E2336FD0B94}"/>
          </ac:picMkLst>
        </pc:picChg>
      </pc:sldChg>
      <pc:sldChg chg="del">
        <pc:chgData name="baetae3584@naver.com" userId="66072af3017d291b" providerId="LiveId" clId="{626E10D8-CDA4-48A5-8193-0E44D475B060}" dt="2025-07-22T11:35:27.070" v="59" actId="47"/>
        <pc:sldMkLst>
          <pc:docMk/>
          <pc:sldMk cId="3935048926" sldId="10061"/>
        </pc:sldMkLst>
      </pc:sldChg>
      <pc:sldChg chg="del">
        <pc:chgData name="baetae3584@naver.com" userId="66072af3017d291b" providerId="LiveId" clId="{626E10D8-CDA4-48A5-8193-0E44D475B060}" dt="2025-07-22T11:35:22.376" v="57" actId="47"/>
        <pc:sldMkLst>
          <pc:docMk/>
          <pc:sldMk cId="2341346538" sldId="10062"/>
        </pc:sldMkLst>
      </pc:sldChg>
      <pc:sldChg chg="del">
        <pc:chgData name="baetae3584@naver.com" userId="66072af3017d291b" providerId="LiveId" clId="{626E10D8-CDA4-48A5-8193-0E44D475B060}" dt="2025-07-22T11:35:31.453" v="60" actId="47"/>
        <pc:sldMkLst>
          <pc:docMk/>
          <pc:sldMk cId="4021404826" sldId="10063"/>
        </pc:sldMkLst>
      </pc:sldChg>
      <pc:sldChg chg="del">
        <pc:chgData name="baetae3584@naver.com" userId="66072af3017d291b" providerId="LiveId" clId="{626E10D8-CDA4-48A5-8193-0E44D475B060}" dt="2025-07-22T11:35:32.830" v="61" actId="47"/>
        <pc:sldMkLst>
          <pc:docMk/>
          <pc:sldMk cId="2407303711" sldId="10064"/>
        </pc:sldMkLst>
      </pc:sldChg>
      <pc:sldChg chg="del">
        <pc:chgData name="baetae3584@naver.com" userId="66072af3017d291b" providerId="LiveId" clId="{626E10D8-CDA4-48A5-8193-0E44D475B060}" dt="2025-07-22T11:35:33.578" v="62" actId="47"/>
        <pc:sldMkLst>
          <pc:docMk/>
          <pc:sldMk cId="328769315" sldId="10065"/>
        </pc:sldMkLst>
      </pc:sldChg>
      <pc:sldChg chg="del">
        <pc:chgData name="baetae3584@naver.com" userId="66072af3017d291b" providerId="LiveId" clId="{626E10D8-CDA4-48A5-8193-0E44D475B060}" dt="2025-07-22T11:35:35.230" v="63" actId="47"/>
        <pc:sldMkLst>
          <pc:docMk/>
          <pc:sldMk cId="1286184042" sldId="10066"/>
        </pc:sldMkLst>
      </pc:sldChg>
      <pc:sldChg chg="del">
        <pc:chgData name="baetae3584@naver.com" userId="66072af3017d291b" providerId="LiveId" clId="{626E10D8-CDA4-48A5-8193-0E44D475B060}" dt="2025-07-22T11:35:35.826" v="64" actId="47"/>
        <pc:sldMkLst>
          <pc:docMk/>
          <pc:sldMk cId="3977584197" sldId="10067"/>
        </pc:sldMkLst>
      </pc:sldChg>
      <pc:sldChg chg="del">
        <pc:chgData name="baetae3584@naver.com" userId="66072af3017d291b" providerId="LiveId" clId="{626E10D8-CDA4-48A5-8193-0E44D475B060}" dt="2025-07-22T11:35:36.831" v="65" actId="47"/>
        <pc:sldMkLst>
          <pc:docMk/>
          <pc:sldMk cId="3357628991" sldId="10068"/>
        </pc:sldMkLst>
      </pc:sldChg>
      <pc:sldChg chg="del">
        <pc:chgData name="baetae3584@naver.com" userId="66072af3017d291b" providerId="LiveId" clId="{626E10D8-CDA4-48A5-8193-0E44D475B060}" dt="2025-07-22T11:35:37.887" v="66" actId="47"/>
        <pc:sldMkLst>
          <pc:docMk/>
          <pc:sldMk cId="2461003899" sldId="10069"/>
        </pc:sldMkLst>
      </pc:sldChg>
      <pc:sldChg chg="del">
        <pc:chgData name="baetae3584@naver.com" userId="66072af3017d291b" providerId="LiveId" clId="{626E10D8-CDA4-48A5-8193-0E44D475B060}" dt="2025-07-22T11:35:38.431" v="67" actId="47"/>
        <pc:sldMkLst>
          <pc:docMk/>
          <pc:sldMk cId="2459507588" sldId="10070"/>
        </pc:sldMkLst>
      </pc:sldChg>
      <pc:sldChg chg="del">
        <pc:chgData name="baetae3584@naver.com" userId="66072af3017d291b" providerId="LiveId" clId="{626E10D8-CDA4-48A5-8193-0E44D475B060}" dt="2025-07-22T11:35:39.012" v="68" actId="47"/>
        <pc:sldMkLst>
          <pc:docMk/>
          <pc:sldMk cId="4027873685" sldId="10071"/>
        </pc:sldMkLst>
      </pc:sldChg>
      <pc:sldChg chg="del">
        <pc:chgData name="baetae3584@naver.com" userId="66072af3017d291b" providerId="LiveId" clId="{626E10D8-CDA4-48A5-8193-0E44D475B060}" dt="2025-07-22T11:35:40.118" v="69" actId="47"/>
        <pc:sldMkLst>
          <pc:docMk/>
          <pc:sldMk cId="2325454787" sldId="10072"/>
        </pc:sldMkLst>
      </pc:sldChg>
      <pc:sldChg chg="del">
        <pc:chgData name="baetae3584@naver.com" userId="66072af3017d291b" providerId="LiveId" clId="{626E10D8-CDA4-48A5-8193-0E44D475B060}" dt="2025-07-22T11:35:40.826" v="70" actId="47"/>
        <pc:sldMkLst>
          <pc:docMk/>
          <pc:sldMk cId="369140820" sldId="10073"/>
        </pc:sldMkLst>
      </pc:sldChg>
      <pc:sldChg chg="del">
        <pc:chgData name="baetae3584@naver.com" userId="66072af3017d291b" providerId="LiveId" clId="{626E10D8-CDA4-48A5-8193-0E44D475B060}" dt="2025-07-22T11:35:41.907" v="71" actId="47"/>
        <pc:sldMkLst>
          <pc:docMk/>
          <pc:sldMk cId="927244472" sldId="10074"/>
        </pc:sldMkLst>
      </pc:sldChg>
      <pc:sldChg chg="del">
        <pc:chgData name="baetae3584@naver.com" userId="66072af3017d291b" providerId="LiveId" clId="{626E10D8-CDA4-48A5-8193-0E44D475B060}" dt="2025-07-22T11:35:42.560" v="72" actId="47"/>
        <pc:sldMkLst>
          <pc:docMk/>
          <pc:sldMk cId="2780569714" sldId="100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78C87CA-DC5B-2A46-B67F-C3B201380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C4F60-4050-8B49-8D83-DB0BB06520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48BFD-2052-714C-8E5A-05DE8C4523DB}" type="datetimeFigureOut">
              <a:rPr lang="en-US" altLang="x-none" smtClean="0"/>
              <a:t>7/22/2025</a:t>
            </a:fld>
            <a:endParaRPr lang="x-none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069E35-5769-7047-B4B8-9A0C6C7A9B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B72675-AA79-D44F-8097-71C911776F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7F023-877F-2E4B-BDCF-733EA787452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792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67397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914375" latinLnBrk="0">
      <a:defRPr sz="1200">
        <a:latin typeface="+mn-lt"/>
        <a:ea typeface="+mn-ea"/>
        <a:cs typeface="+mn-cs"/>
        <a:sym typeface="맑은 고딕"/>
      </a:defRPr>
    </a:lvl1pPr>
    <a:lvl2pPr indent="228600" defTabSz="914375" latinLnBrk="0">
      <a:defRPr sz="1200">
        <a:latin typeface="+mn-lt"/>
        <a:ea typeface="+mn-ea"/>
        <a:cs typeface="+mn-cs"/>
        <a:sym typeface="맑은 고딕"/>
      </a:defRPr>
    </a:lvl2pPr>
    <a:lvl3pPr indent="457200" defTabSz="914375" latinLnBrk="0">
      <a:defRPr sz="1200">
        <a:latin typeface="+mn-lt"/>
        <a:ea typeface="+mn-ea"/>
        <a:cs typeface="+mn-cs"/>
        <a:sym typeface="맑은 고딕"/>
      </a:defRPr>
    </a:lvl3pPr>
    <a:lvl4pPr indent="685800" defTabSz="914375" latinLnBrk="0">
      <a:defRPr sz="1200">
        <a:latin typeface="+mn-lt"/>
        <a:ea typeface="+mn-ea"/>
        <a:cs typeface="+mn-cs"/>
        <a:sym typeface="맑은 고딕"/>
      </a:defRPr>
    </a:lvl4pPr>
    <a:lvl5pPr indent="914400" defTabSz="914375" latinLnBrk="0">
      <a:defRPr sz="1200">
        <a:latin typeface="+mn-lt"/>
        <a:ea typeface="+mn-ea"/>
        <a:cs typeface="+mn-cs"/>
        <a:sym typeface="맑은 고딕"/>
      </a:defRPr>
    </a:lvl5pPr>
    <a:lvl6pPr indent="1143000" defTabSz="914375" latinLnBrk="0">
      <a:defRPr sz="1200">
        <a:latin typeface="+mn-lt"/>
        <a:ea typeface="+mn-ea"/>
        <a:cs typeface="+mn-cs"/>
        <a:sym typeface="맑은 고딕"/>
      </a:defRPr>
    </a:lvl6pPr>
    <a:lvl7pPr indent="1371600" defTabSz="914375" latinLnBrk="0">
      <a:defRPr sz="1200">
        <a:latin typeface="+mn-lt"/>
        <a:ea typeface="+mn-ea"/>
        <a:cs typeface="+mn-cs"/>
        <a:sym typeface="맑은 고딕"/>
      </a:defRPr>
    </a:lvl7pPr>
    <a:lvl8pPr indent="1600200" defTabSz="914375" latinLnBrk="0">
      <a:defRPr sz="1200">
        <a:latin typeface="+mn-lt"/>
        <a:ea typeface="+mn-ea"/>
        <a:cs typeface="+mn-cs"/>
        <a:sym typeface="맑은 고딕"/>
      </a:defRPr>
    </a:lvl8pPr>
    <a:lvl9pPr indent="1828800" defTabSz="914375" latinLnBrk="0">
      <a:defRPr sz="1200">
        <a:latin typeface="+mn-lt"/>
        <a:ea typeface="+mn-ea"/>
        <a:cs typeface="+mn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2032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2260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마스터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1">
            <a:extLst>
              <a:ext uri="{FF2B5EF4-FFF2-40B4-BE49-F238E27FC236}">
                <a16:creationId xmlns:a16="http://schemas.microsoft.com/office/drawing/2014/main" id="{716B37E8-F205-EC41-AEC3-1BD41C21DE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7" b="8173"/>
          <a:stretch/>
        </p:blipFill>
        <p:spPr>
          <a:xfrm>
            <a:off x="0" y="0"/>
            <a:ext cx="9561512" cy="6858000"/>
          </a:xfrm>
          <a:prstGeom prst="rect">
            <a:avLst/>
          </a:prstGeom>
        </p:spPr>
      </p:pic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9DD540D7-0C2C-4AC9-93E0-57E6AB907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0" y="1137749"/>
            <a:ext cx="9155589" cy="8293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lang="ko-KR" altLang="en-US" sz="1800" b="1" kern="1200" spc="-7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259175" marR="0" lvl="0" indent="-259175" defTabSz="829361" eaLnBrk="0" fontAlgn="base" latinLnBrk="0" hangingPunct="0">
              <a:lnSpc>
                <a:spcPct val="11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제목 개체 틀 1">
            <a:extLst>
              <a:ext uri="{FF2B5EF4-FFF2-40B4-BE49-F238E27FC236}">
                <a16:creationId xmlns:a16="http://schemas.microsoft.com/office/drawing/2014/main" id="{179E981B-1EB1-A14A-84F8-43E2F427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02" y="106459"/>
            <a:ext cx="9104520" cy="737141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rmAutofit/>
          </a:bodyPr>
          <a:lstStyle>
            <a:lvl1pPr marL="0" indent="0">
              <a:buFontTx/>
              <a:buNone/>
              <a:defRPr sz="2800" b="1" spc="-73" baseline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9005F9-D924-4C91-9878-2EA9DE88C5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461" y="6566098"/>
            <a:ext cx="1431948" cy="1820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F93DF9-CBE9-486F-9EB6-0CD8A4B8416E}"/>
              </a:ext>
            </a:extLst>
          </p:cNvPr>
          <p:cNvSpPr txBox="1"/>
          <p:nvPr userDrawn="1"/>
        </p:nvSpPr>
        <p:spPr>
          <a:xfrm>
            <a:off x="4961626" y="6515942"/>
            <a:ext cx="378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BE9339-D861-4F7A-8B4E-79C8EFF4297B}" type="slidenum">
              <a:rPr lang="ko-KR" altLang="en-US" sz="1100" smtClean="0"/>
              <a:t>‹#›</a:t>
            </a:fld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499504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640">
          <p15:clr>
            <a:srgbClr val="FBAE40"/>
          </p15:clr>
        </p15:guide>
        <p15:guide id="7" pos="308">
          <p15:clr>
            <a:srgbClr val="FBAE40"/>
          </p15:clr>
        </p15:guide>
        <p15:guide id="8" orient="horz" pos="70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113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6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6497" y="692697"/>
            <a:ext cx="90735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err="1"/>
              <a:t>ㄴㄴ</a:t>
            </a:r>
            <a:endParaRPr lang="ko-KR" altLang="en-US"/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title"/>
          </p:nvPr>
        </p:nvSpPr>
        <p:spPr bwMode="gray">
          <a:xfrm>
            <a:off x="416496" y="254839"/>
            <a:ext cx="90730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296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7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5pPr>
      <a:lvl6pPr marL="44766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6pPr>
      <a:lvl7pPr marL="895327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7pPr>
      <a:lvl8pPr marL="1342990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8pPr>
      <a:lvl9pPr marL="179065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1763" b="1">
          <a:solidFill>
            <a:schemeClr val="tx1"/>
          </a:solidFill>
          <a:latin typeface="+mn-lt"/>
          <a:ea typeface="+mn-ea"/>
          <a:cs typeface="+mn-cs"/>
        </a:defRPr>
      </a:lvl1pPr>
      <a:lvl2pPr marL="247148" indent="200517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742">
          <a:solidFill>
            <a:schemeClr val="tx1"/>
          </a:solidFill>
          <a:latin typeface="+mn-ea"/>
          <a:ea typeface="+mn-ea"/>
        </a:defRPr>
      </a:lvl2pPr>
      <a:lvl3pPr marL="671495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350">
          <a:solidFill>
            <a:schemeClr val="tx1"/>
          </a:solidFill>
          <a:latin typeface="+mn-ea"/>
          <a:ea typeface="+mn-ea"/>
        </a:defRPr>
      </a:lvl3pPr>
      <a:lvl4pPr marL="1119158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4pPr>
      <a:lvl5pPr marL="1566821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5pPr>
      <a:lvl6pPr marL="201448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6pPr>
      <a:lvl7pPr marL="2462148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7pPr>
      <a:lvl8pPr marL="2909811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8pPr>
      <a:lvl9pPr marL="335747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1pPr>
      <a:lvl2pPr marL="44766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2pPr>
      <a:lvl3pPr marL="895327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34299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179065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23831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68598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13364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58130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삼각형 12">
            <a:extLst>
              <a:ext uri="{FF2B5EF4-FFF2-40B4-BE49-F238E27FC236}">
                <a16:creationId xmlns:a16="http://schemas.microsoft.com/office/drawing/2014/main" id="{6073D1ED-7150-4EB1-9AD1-8D9808DDD940}"/>
              </a:ext>
            </a:extLst>
          </p:cNvPr>
          <p:cNvSpPr/>
          <p:nvPr/>
        </p:nvSpPr>
        <p:spPr bwMode="auto">
          <a:xfrm flipH="1">
            <a:off x="3776576" y="2388568"/>
            <a:ext cx="5894142" cy="4234221"/>
          </a:xfrm>
          <a:prstGeom prst="triangle">
            <a:avLst>
              <a:gd name="adj" fmla="val 0"/>
            </a:avLst>
          </a:prstGeom>
          <a:pattFill prst="pct25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effectLst/>
              <a:latin typeface="맑은고딕"/>
              <a:ea typeface="맑은 고딕" pitchFamily="50" charset="-127"/>
              <a:cs typeface="Arial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25BFBCF-F0CB-4FF4-B116-1FB439DA14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88" y="6128429"/>
            <a:ext cx="1762477" cy="224130"/>
          </a:xfrm>
          <a:prstGeom prst="rect">
            <a:avLst/>
          </a:prstGeom>
        </p:spPr>
      </p:pic>
      <p:sp>
        <p:nvSpPr>
          <p:cNvPr id="21" name="삼각형 11">
            <a:extLst>
              <a:ext uri="{FF2B5EF4-FFF2-40B4-BE49-F238E27FC236}">
                <a16:creationId xmlns:a16="http://schemas.microsoft.com/office/drawing/2014/main" id="{2600BE0C-E53B-49B7-A681-D02E42D82711}"/>
              </a:ext>
            </a:extLst>
          </p:cNvPr>
          <p:cNvSpPr/>
          <p:nvPr/>
        </p:nvSpPr>
        <p:spPr bwMode="auto">
          <a:xfrm flipH="1">
            <a:off x="5422074" y="3547676"/>
            <a:ext cx="4248644" cy="3075113"/>
          </a:xfrm>
          <a:prstGeom prst="triangle">
            <a:avLst>
              <a:gd name="adj" fmla="val 0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effectLst/>
              <a:latin typeface="맑은고딕"/>
              <a:ea typeface="맑은 고딕" pitchFamily="50" charset="-127"/>
              <a:cs typeface="Arial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06B77E-0F64-4A91-8AAB-8788C44D8416}"/>
              </a:ext>
            </a:extLst>
          </p:cNvPr>
          <p:cNvSpPr/>
          <p:nvPr/>
        </p:nvSpPr>
        <p:spPr bwMode="auto">
          <a:xfrm>
            <a:off x="235282" y="235211"/>
            <a:ext cx="9435436" cy="6387578"/>
          </a:xfrm>
          <a:prstGeom prst="rect">
            <a:avLst/>
          </a:prstGeom>
          <a:noFill/>
          <a:ln w="12700">
            <a:solidFill>
              <a:schemeClr val="accent6">
                <a:alpha val="80000"/>
              </a:schemeClr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effectLst/>
              <a:latin typeface="맑은고딕"/>
              <a:ea typeface="맑은 고딕" pitchFamily="50" charset="-127"/>
              <a:cs typeface="Arial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8E8CF0-983B-42CA-BF80-A67B26702EBB}"/>
              </a:ext>
            </a:extLst>
          </p:cNvPr>
          <p:cNvSpPr txBox="1"/>
          <p:nvPr/>
        </p:nvSpPr>
        <p:spPr>
          <a:xfrm>
            <a:off x="326722" y="1978329"/>
            <a:ext cx="9119061" cy="896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kumimoji="1"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GS</a:t>
            </a:r>
            <a:r>
              <a:rPr kumimoji="1" lang="ko-KR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리테일 프로세스 정의서</a:t>
            </a:r>
            <a:endParaRPr kumimoji="1" lang="en-US" altLang="ko-KR" sz="4000" b="1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CD8DC-60C4-E16E-1A7C-D253DBCF8932}"/>
              </a:ext>
            </a:extLst>
          </p:cNvPr>
          <p:cNvSpPr txBox="1"/>
          <p:nvPr/>
        </p:nvSpPr>
        <p:spPr>
          <a:xfrm>
            <a:off x="776288" y="4419960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2023. 10. 13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356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34E1779-4C7D-494A-B74A-60A61D89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588"/>
              </a:spcBef>
            </a:pPr>
            <a:r>
              <a:rPr lang="en-US" altLang="ko-KR" sz="2400" dirty="0"/>
              <a:t>1. RFC </a:t>
            </a:r>
            <a:r>
              <a:rPr lang="ko-KR" altLang="en-US" sz="2400" dirty="0"/>
              <a:t>담배소매인 지정 고시 공고 알림 및 확인 </a:t>
            </a:r>
            <a:r>
              <a:rPr lang="en-US" altLang="ko-KR" sz="2400" dirty="0"/>
              <a:t>- RPA </a:t>
            </a:r>
            <a:r>
              <a:rPr lang="ko-KR" altLang="en-US" sz="2400" dirty="0"/>
              <a:t>프로세스</a:t>
            </a: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3FEF96F0-1329-342A-64B0-0605724642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0" y="1137749"/>
            <a:ext cx="9155589" cy="737141"/>
          </a:xfrm>
          <a:ln w="12700">
            <a:miter lim="400000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59175" indent="-259175" defTabSz="914375">
              <a:buFont typeface="Wingdings" panose="05000000000000000000" pitchFamily="2" charset="2"/>
              <a:buChar char="q"/>
            </a:pP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1~4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부문의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1~4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지역 개발팀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/3~4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광역팀별 지자체 사이트 접속하여 담배소매인 고시 공고 데이터 다운로드 후 결과 파일 생성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-&gt;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알림 메일 발송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55024B0-C276-1CCB-FF06-415A5980B0F4}"/>
              </a:ext>
            </a:extLst>
          </p:cNvPr>
          <p:cNvSpPr/>
          <p:nvPr/>
        </p:nvSpPr>
        <p:spPr bwMode="auto">
          <a:xfrm>
            <a:off x="488950" y="1995055"/>
            <a:ext cx="9165749" cy="44300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2DEEABD-CB43-CE21-7304-108F4BBC65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1" t="7618" r="21050" b="17580"/>
          <a:stretch/>
        </p:blipFill>
        <p:spPr>
          <a:xfrm>
            <a:off x="790331" y="3065950"/>
            <a:ext cx="326854" cy="48331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FB12008-3CBE-96CF-7F0D-274F2CA0F1CD}"/>
              </a:ext>
            </a:extLst>
          </p:cNvPr>
          <p:cNvSpPr txBox="1"/>
          <p:nvPr/>
        </p:nvSpPr>
        <p:spPr>
          <a:xfrm>
            <a:off x="8479628" y="4238235"/>
            <a:ext cx="432048" cy="36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 hangingPunct="1">
              <a:defRPr/>
            </a:pPr>
            <a:endParaRPr kern="1200">
              <a:latin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CD7C5E-1C05-12DF-C765-1667560DEC54}"/>
              </a:ext>
            </a:extLst>
          </p:cNvPr>
          <p:cNvSpPr txBox="1"/>
          <p:nvPr/>
        </p:nvSpPr>
        <p:spPr>
          <a:xfrm>
            <a:off x="6969121" y="3985097"/>
            <a:ext cx="936104" cy="366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 hangingPunct="1">
              <a:defRPr/>
            </a:pPr>
            <a:endParaRPr kern="1200">
              <a:latin typeface="Arial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44AF7C5-BCB6-C898-5479-9256181BB639}"/>
              </a:ext>
            </a:extLst>
          </p:cNvPr>
          <p:cNvGrpSpPr/>
          <p:nvPr/>
        </p:nvGrpSpPr>
        <p:grpSpPr>
          <a:xfrm>
            <a:off x="610533" y="3560975"/>
            <a:ext cx="1874844" cy="1287849"/>
            <a:chOff x="882078" y="3071792"/>
            <a:chExt cx="974578" cy="966442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08B2C62-4B0A-5920-AAD0-A6697497A606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50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여개 지자체 사이트 접속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4A02062-96C3-2A6D-AED5-ADBBF04790C8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1200" dirty="0">
                  <a:latin typeface="맑은 고딕"/>
                </a:rPr>
                <a:t>Chrome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E13A0BB-0991-F563-68D1-ADAC7018C3BE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Step1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5D1A4DE-87FA-78ED-5C8D-216E9B6BCBDB}"/>
              </a:ext>
            </a:extLst>
          </p:cNvPr>
          <p:cNvGrpSpPr/>
          <p:nvPr/>
        </p:nvGrpSpPr>
        <p:grpSpPr>
          <a:xfrm>
            <a:off x="2913200" y="3555430"/>
            <a:ext cx="1874844" cy="1287849"/>
            <a:chOff x="882078" y="3071792"/>
            <a:chExt cx="974578" cy="96644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6FDBFA1-F3FE-52F0-9732-1B67481514FF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수행일 기준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7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일 전</a:t>
              </a:r>
              <a:r>
                <a:rPr lang="en-US" altLang="ko-KR" sz="1000" b="1" kern="12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000" b="1" kern="1200" dirty="0">
                  <a:latin typeface="맑은 고딕" panose="020B0503020000020004" pitchFamily="50" charset="-127"/>
                </a:rPr>
                <a:t>담배 고시공고 파일 다운로드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2C21451-5211-13D0-B374-3A02E2CB1EBD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Chrome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9F1057D-5CB9-254D-EAAF-96BF1FA9078D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Step2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05C19D7-CFFA-60B1-F114-1785C7615262}"/>
              </a:ext>
            </a:extLst>
          </p:cNvPr>
          <p:cNvGrpSpPr/>
          <p:nvPr/>
        </p:nvGrpSpPr>
        <p:grpSpPr>
          <a:xfrm>
            <a:off x="5227703" y="3560792"/>
            <a:ext cx="1874844" cy="1287849"/>
            <a:chOff x="882078" y="3071792"/>
            <a:chExt cx="974578" cy="96644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770063E3-FF18-FCBA-80A4-F59F910590EF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결과 파일 양식에 맞게 데이터 입력 </a:t>
              </a: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후알림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 대상 고시 공고 데이터 정제 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6F743FF-C909-C5D5-77FB-A6FF4F37B019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Excel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A980527-A43D-86D3-8DCB-C6417472FF36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Step3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6788170-089D-63C4-0558-A58C6681D689}"/>
              </a:ext>
            </a:extLst>
          </p:cNvPr>
          <p:cNvGrpSpPr/>
          <p:nvPr/>
        </p:nvGrpSpPr>
        <p:grpSpPr>
          <a:xfrm>
            <a:off x="7542206" y="3566154"/>
            <a:ext cx="1874844" cy="1287849"/>
            <a:chOff x="882078" y="3071792"/>
            <a:chExt cx="974578" cy="966442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790CF60-3671-C0DD-3945-ABD00CAEBFF2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팀별 결과 파일 </a:t>
              </a:r>
              <a:r>
                <a:rPr lang="ko-KR" altLang="en-US" sz="1000" b="1" kern="1200" dirty="0">
                  <a:latin typeface="맑은 고딕" panose="020B0503020000020004" pitchFamily="50" charset="-127"/>
                </a:rPr>
                <a:t>및 메일 발송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452C798-B6A0-2088-B2A9-5053DA852CC6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Excel, Outlook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4325ACE-763A-E9B5-642F-AC7804AAB994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Step4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8B3FDFD8-9CB2-5E7E-1BDD-5BBE38BD226E}"/>
              </a:ext>
            </a:extLst>
          </p:cNvPr>
          <p:cNvCxnSpPr>
            <a:stCxn id="48" idx="3"/>
            <a:endCxn id="52" idx="1"/>
          </p:cNvCxnSpPr>
          <p:nvPr/>
        </p:nvCxnSpPr>
        <p:spPr>
          <a:xfrm flipV="1">
            <a:off x="2485377" y="4195659"/>
            <a:ext cx="427823" cy="554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5209D256-C61F-51EB-4D56-22B8678B0D95}"/>
              </a:ext>
            </a:extLst>
          </p:cNvPr>
          <p:cNvCxnSpPr>
            <a:stCxn id="52" idx="3"/>
            <a:endCxn id="56" idx="1"/>
          </p:cNvCxnSpPr>
          <p:nvPr/>
        </p:nvCxnSpPr>
        <p:spPr>
          <a:xfrm>
            <a:off x="4788044" y="4195659"/>
            <a:ext cx="439659" cy="536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1F5494F-5115-32B8-321B-B87662C59448}"/>
              </a:ext>
            </a:extLst>
          </p:cNvPr>
          <p:cNvCxnSpPr>
            <a:stCxn id="56" idx="3"/>
            <a:endCxn id="60" idx="1"/>
          </p:cNvCxnSpPr>
          <p:nvPr/>
        </p:nvCxnSpPr>
        <p:spPr>
          <a:xfrm>
            <a:off x="7102547" y="4201021"/>
            <a:ext cx="439659" cy="536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074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34E1779-4C7D-494A-B74A-60A61D89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588"/>
              </a:spcBef>
            </a:pPr>
            <a:r>
              <a:rPr lang="en-US" altLang="ko-KR" sz="2400" dirty="0"/>
              <a:t>2. T RFC </a:t>
            </a:r>
            <a:r>
              <a:rPr lang="ko-KR" altLang="en-US" sz="2400" dirty="0"/>
              <a:t>담배소매인 지정 고시 공고 알림 및 확인 </a:t>
            </a:r>
            <a:r>
              <a:rPr lang="en-US" altLang="ko-KR" sz="2400" dirty="0"/>
              <a:t>&gt; RPA </a:t>
            </a:r>
            <a:r>
              <a:rPr lang="ko-KR" altLang="en-US" sz="2400" dirty="0"/>
              <a:t>작업 결과</a:t>
            </a: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3FEF96F0-1329-342A-64B0-0605724642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0" y="1137750"/>
            <a:ext cx="9155589" cy="383480"/>
          </a:xfrm>
          <a:ln w="12700">
            <a:miter lim="400000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59175" indent="-259175" defTabSz="914375">
              <a:buFont typeface="Wingdings" panose="05000000000000000000" pitchFamily="2" charset="2"/>
              <a:buChar char="q"/>
            </a:pP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재택형 근로가능시간 </a:t>
            </a:r>
            <a:r>
              <a:rPr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미준수자에게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 메일 발송</a:t>
            </a:r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  <a:sym typeface="맑은 고딕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81E186D-4F38-E3A3-49C8-014AA90B7683}"/>
              </a:ext>
            </a:extLst>
          </p:cNvPr>
          <p:cNvSpPr/>
          <p:nvPr/>
        </p:nvSpPr>
        <p:spPr bwMode="auto">
          <a:xfrm>
            <a:off x="488950" y="1995055"/>
            <a:ext cx="9165749" cy="44300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CB1BEA-3915-25F1-54E1-0E2336FD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25" y="3429000"/>
            <a:ext cx="8508274" cy="127217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220FF0E-AD59-001C-2EC5-307577FD84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95292" y="3605042"/>
            <a:ext cx="1869531" cy="10961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93166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1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0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200" b="0" i="0" u="none" strike="noStrike" cap="none" normalizeH="0" baseline="0" smtClean="0">
            <a:ln>
              <a:noFill/>
            </a:ln>
            <a:effectLst/>
            <a:latin typeface="Arial" charset="0"/>
            <a:ea typeface="맑은 고딕" pitchFamily="50" charset="-127"/>
            <a:cs typeface="Arial" charset="0"/>
          </a:defRPr>
        </a:defPPr>
      </a:lstStyle>
    </a:spDef>
    <a:lnDef>
      <a:spPr bwMode="auto">
        <a:solidFill>
          <a:srgbClr val="D8D8DA"/>
        </a:solidFill>
        <a:ln w="6350">
          <a:solidFill>
            <a:schemeClr val="tx1"/>
          </a:solidFill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맑은 고딕"/>
        <a:ea typeface="맑은 고딕"/>
        <a:cs typeface="맑은 고딕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EF96FAE3BBE034783DD1CD118E97B92" ma:contentTypeVersion="4" ma:contentTypeDescription="새 문서를 만듭니다." ma:contentTypeScope="" ma:versionID="aad677e8787af865db7327c8804ba5ee">
  <xsd:schema xmlns:xsd="http://www.w3.org/2001/XMLSchema" xmlns:xs="http://www.w3.org/2001/XMLSchema" xmlns:p="http://schemas.microsoft.com/office/2006/metadata/properties" xmlns:ns2="3ad83f60-9738-4de2-a4f4-331e62e61701" xmlns:ns3="f615815d-1f89-4052-8c02-32b295d27517" targetNamespace="http://schemas.microsoft.com/office/2006/metadata/properties" ma:root="true" ma:fieldsID="ff08db0ec029abd79eb07cefc343fa2b" ns2:_="" ns3:_="">
    <xsd:import namespace="3ad83f60-9738-4de2-a4f4-331e62e61701"/>
    <xsd:import namespace="f615815d-1f89-4052-8c02-32b295d275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d83f60-9738-4de2-a4f4-331e62e617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5815d-1f89-4052-8c02-32b295d275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0B1393-AA95-4CA4-98E2-B3C9308B6AAE}">
  <ds:schemaRefs>
    <ds:schemaRef ds:uri="3ad83f60-9738-4de2-a4f4-331e62e61701"/>
    <ds:schemaRef ds:uri="f615815d-1f89-4052-8c02-32b295d275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4ACDC5-B700-40F5-9CAB-DA9CBE18837A}">
  <ds:schemaRefs>
    <ds:schemaRef ds:uri="3ad83f60-9738-4de2-a4f4-331e62e61701"/>
    <ds:schemaRef ds:uri="f615815d-1f89-4052-8c02-32b295d275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2202AA-17C4-4E7B-8DA5-47FC270625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3143</TotalTime>
  <Words>108</Words>
  <Application>Microsoft Office PowerPoint</Application>
  <PresentationFormat>A4 용지(210x297mm)</PresentationFormat>
  <Paragraphs>18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Malgun Gothic</vt:lpstr>
      <vt:lpstr>Malgun Gothic</vt:lpstr>
      <vt:lpstr>맑은고딕</vt:lpstr>
      <vt:lpstr>Arial</vt:lpstr>
      <vt:lpstr>Calibri</vt:lpstr>
      <vt:lpstr>Calibri Light</vt:lpstr>
      <vt:lpstr>Wingdings</vt:lpstr>
      <vt:lpstr>2_Office 테마</vt:lpstr>
      <vt:lpstr>PowerPoint 프레젠테이션</vt:lpstr>
      <vt:lpstr>1. RFC 담배소매인 지정 고시 공고 알림 및 확인 - RPA 프로세스</vt:lpstr>
      <vt:lpstr>2. T RFC 담배소매인 지정 고시 공고 알림 및 확인 &gt; RPA 작업 결과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bs seo</dc:creator>
  <cp:keywords/>
  <dc:description/>
  <cp:lastModifiedBy>baetae3584@naver.com</cp:lastModifiedBy>
  <cp:revision>149</cp:revision>
  <cp:lastPrinted>2020-09-03T03:27:35Z</cp:lastPrinted>
  <dcterms:modified xsi:type="dcterms:W3CDTF">2025-07-22T12:25:27Z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0x0101008EF96FAE3BBE034783DD1CD118E97B92</vt:lpwstr>
  </property>
</Properties>
</file>